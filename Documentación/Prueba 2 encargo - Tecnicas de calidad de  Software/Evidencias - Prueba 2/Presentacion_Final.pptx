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59" r:id="rId3"/>
    <p:sldId id="260" r:id="rId4"/>
    <p:sldId id="267" r:id="rId5"/>
    <p:sldId id="261" r:id="rId6"/>
    <p:sldId id="262" r:id="rId7"/>
    <p:sldId id="263" r:id="rId8"/>
    <p:sldId id="268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60" autoAdjust="0"/>
  </p:normalViewPr>
  <p:slideViewPr>
    <p:cSldViewPr snapToGrid="0">
      <p:cViewPr varScale="1">
        <p:scale>
          <a:sx n="33" d="100"/>
          <a:sy n="33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9021D4-73D7-4F15-A3A0-1C417D9E07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C56EF6-B320-4ACE-A632-BD0D137901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EVALUACIÓN PARCIAL 2.2 (25%)</a:t>
          </a:r>
          <a:endParaRPr lang="en-US"/>
        </a:p>
      </dgm:t>
    </dgm:pt>
    <dgm:pt modelId="{D0831D09-D5FF-4274-A073-FB678BD992DB}" type="parTrans" cxnId="{C94A6B03-8382-47FE-BB18-61949188D4C9}">
      <dgm:prSet/>
      <dgm:spPr/>
      <dgm:t>
        <a:bodyPr/>
        <a:lstStyle/>
        <a:p>
          <a:endParaRPr lang="en-US"/>
        </a:p>
      </dgm:t>
    </dgm:pt>
    <dgm:pt modelId="{9FC4FDDD-9B5A-4FF2-AA09-FAD2EFAF9BCD}" type="sibTrans" cxnId="{C94A6B03-8382-47FE-BB18-61949188D4C9}">
      <dgm:prSet/>
      <dgm:spPr/>
      <dgm:t>
        <a:bodyPr/>
        <a:lstStyle/>
        <a:p>
          <a:endParaRPr lang="en-US"/>
        </a:p>
      </dgm:t>
    </dgm:pt>
    <dgm:pt modelId="{46F80010-B0D5-485C-AD86-E7F66D98FA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Tienda MoAr</a:t>
          </a:r>
          <a:endParaRPr lang="en-US"/>
        </a:p>
      </dgm:t>
    </dgm:pt>
    <dgm:pt modelId="{8D6CCAEB-D57F-4C2A-BDDD-AC397EBF29D5}" type="parTrans" cxnId="{A1032DE9-D933-45A1-880E-90C90F19566E}">
      <dgm:prSet/>
      <dgm:spPr/>
      <dgm:t>
        <a:bodyPr/>
        <a:lstStyle/>
        <a:p>
          <a:endParaRPr lang="en-US"/>
        </a:p>
      </dgm:t>
    </dgm:pt>
    <dgm:pt modelId="{6E7C45FA-3C3A-4C6F-BD44-9830EB5A76DB}" type="sibTrans" cxnId="{A1032DE9-D933-45A1-880E-90C90F19566E}">
      <dgm:prSet/>
      <dgm:spPr/>
      <dgm:t>
        <a:bodyPr/>
        <a:lstStyle/>
        <a:p>
          <a:endParaRPr lang="en-US"/>
        </a:p>
      </dgm:t>
    </dgm:pt>
    <dgm:pt modelId="{D1E5DA02-015B-4520-BF40-CC5640296B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Aseguramiento de Calidad y Pruebas</a:t>
          </a:r>
        </a:p>
      </dgm:t>
    </dgm:pt>
    <dgm:pt modelId="{326E13E2-6C3D-423A-9647-2AE78D09F4A3}" type="parTrans" cxnId="{606A8B24-594F-466C-B1B9-56379F8A0933}">
      <dgm:prSet/>
      <dgm:spPr/>
      <dgm:t>
        <a:bodyPr/>
        <a:lstStyle/>
        <a:p>
          <a:endParaRPr lang="en-US"/>
        </a:p>
      </dgm:t>
    </dgm:pt>
    <dgm:pt modelId="{F1C7E5A1-8130-43E0-BC81-F77AB4420145}" type="sibTrans" cxnId="{606A8B24-594F-466C-B1B9-56379F8A0933}">
      <dgm:prSet/>
      <dgm:spPr/>
      <dgm:t>
        <a:bodyPr/>
        <a:lstStyle/>
        <a:p>
          <a:endParaRPr lang="en-US"/>
        </a:p>
      </dgm:t>
    </dgm:pt>
    <dgm:pt modelId="{0F20F3CB-C3A0-4797-B055-9FAF12A5E6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Asignatura: </a:t>
          </a:r>
          <a:r>
            <a:rPr lang="en-US" b="0"/>
            <a:t>Técnicas de Calidad de Software</a:t>
          </a:r>
          <a:endParaRPr lang="en-US"/>
        </a:p>
      </dgm:t>
    </dgm:pt>
    <dgm:pt modelId="{9B58BF38-902B-495F-A264-6F0326B80B12}" type="parTrans" cxnId="{9D915DC3-8CC6-48C3-A22C-4E727EC40AB4}">
      <dgm:prSet/>
      <dgm:spPr/>
      <dgm:t>
        <a:bodyPr/>
        <a:lstStyle/>
        <a:p>
          <a:endParaRPr lang="en-US"/>
        </a:p>
      </dgm:t>
    </dgm:pt>
    <dgm:pt modelId="{9D638F1B-0BB3-4930-B46A-FFB3D93B7FEB}" type="sibTrans" cxnId="{9D915DC3-8CC6-48C3-A22C-4E727EC40AB4}">
      <dgm:prSet/>
      <dgm:spPr/>
      <dgm:t>
        <a:bodyPr/>
        <a:lstStyle/>
        <a:p>
          <a:endParaRPr lang="en-US"/>
        </a:p>
      </dgm:t>
    </dgm:pt>
    <dgm:pt modelId="{90AE90BB-4707-4369-9CFD-12996CC261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Sigla: </a:t>
          </a:r>
          <a:r>
            <a:rPr lang="en-US" b="0"/>
            <a:t>TCY0101</a:t>
          </a:r>
          <a:endParaRPr lang="en-US"/>
        </a:p>
      </dgm:t>
    </dgm:pt>
    <dgm:pt modelId="{D6136790-45E4-463A-B342-19D2F30CF6CD}" type="parTrans" cxnId="{976BD8FD-03BA-41E3-A70F-7AC2AB1AB203}">
      <dgm:prSet/>
      <dgm:spPr/>
      <dgm:t>
        <a:bodyPr/>
        <a:lstStyle/>
        <a:p>
          <a:endParaRPr lang="en-US"/>
        </a:p>
      </dgm:t>
    </dgm:pt>
    <dgm:pt modelId="{3939342A-B635-4CA3-9739-484B3D0D1A42}" type="sibTrans" cxnId="{976BD8FD-03BA-41E3-A70F-7AC2AB1AB203}">
      <dgm:prSet/>
      <dgm:spPr/>
      <dgm:t>
        <a:bodyPr/>
        <a:lstStyle/>
        <a:p>
          <a:endParaRPr lang="en-US"/>
        </a:p>
      </dgm:t>
    </dgm:pt>
    <dgm:pt modelId="{3C9036A5-4945-493D-A5E0-69201C681C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Docente: </a:t>
          </a:r>
          <a:r>
            <a:rPr lang="en-US" b="0"/>
            <a:t>Christian Álvarez Lobos</a:t>
          </a:r>
          <a:endParaRPr lang="en-US"/>
        </a:p>
      </dgm:t>
    </dgm:pt>
    <dgm:pt modelId="{18084044-C30B-4310-8720-10C30E3A0F25}" type="parTrans" cxnId="{51298B01-4A9D-41DC-9D71-789BE076878B}">
      <dgm:prSet/>
      <dgm:spPr/>
      <dgm:t>
        <a:bodyPr/>
        <a:lstStyle/>
        <a:p>
          <a:endParaRPr lang="en-US"/>
        </a:p>
      </dgm:t>
    </dgm:pt>
    <dgm:pt modelId="{2553AC80-392F-46EE-ABF1-5AACC5AA91E9}" type="sibTrans" cxnId="{51298B01-4A9D-41DC-9D71-789BE076878B}">
      <dgm:prSet/>
      <dgm:spPr/>
      <dgm:t>
        <a:bodyPr/>
        <a:lstStyle/>
        <a:p>
          <a:endParaRPr lang="en-US"/>
        </a:p>
      </dgm:t>
    </dgm:pt>
    <dgm:pt modelId="{F1D3D090-886E-40A0-B682-7518FB6DF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Integrantes</a:t>
          </a:r>
          <a:r>
            <a:rPr lang="en-US" b="1" dirty="0"/>
            <a:t>:</a:t>
          </a:r>
          <a:br>
            <a:rPr lang="en-US" b="1" dirty="0"/>
          </a:br>
          <a:r>
            <a:rPr lang="en-US" b="0" dirty="0"/>
            <a:t>• Miguel Arredondo</a:t>
          </a:r>
          <a:br>
            <a:rPr lang="en-US" b="0" dirty="0"/>
          </a:br>
          <a:r>
            <a:rPr lang="en-US" b="0" dirty="0"/>
            <a:t>• Nicolás </a:t>
          </a:r>
          <a:r>
            <a:rPr lang="en-US" b="0" dirty="0" err="1"/>
            <a:t>Iturrieta</a:t>
          </a:r>
          <a:endParaRPr lang="en-US" dirty="0"/>
        </a:p>
      </dgm:t>
    </dgm:pt>
    <dgm:pt modelId="{F04CA686-651B-44BE-B31A-CD9E75A2D7A7}" type="parTrans" cxnId="{C4D4340C-57E0-428F-9001-D3021CC3C066}">
      <dgm:prSet/>
      <dgm:spPr/>
      <dgm:t>
        <a:bodyPr/>
        <a:lstStyle/>
        <a:p>
          <a:endParaRPr lang="en-US"/>
        </a:p>
      </dgm:t>
    </dgm:pt>
    <dgm:pt modelId="{12471248-DB8F-49E3-96FF-8B15F8368E51}" type="sibTrans" cxnId="{C4D4340C-57E0-428F-9001-D3021CC3C066}">
      <dgm:prSet/>
      <dgm:spPr/>
      <dgm:t>
        <a:bodyPr/>
        <a:lstStyle/>
        <a:p>
          <a:endParaRPr lang="en-US"/>
        </a:p>
      </dgm:t>
    </dgm:pt>
    <dgm:pt modelId="{99AB7164-9E74-47D7-8CE3-D4B89E39DF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Fecha: </a:t>
          </a:r>
          <a:r>
            <a:rPr lang="en-US" b="0"/>
            <a:t>Octubre 2026</a:t>
          </a:r>
          <a:endParaRPr lang="en-US"/>
        </a:p>
      </dgm:t>
    </dgm:pt>
    <dgm:pt modelId="{E248AFEE-1BC6-410B-83E6-7D2C2CBC1722}" type="parTrans" cxnId="{EE1B0D04-0314-43BA-B5B2-780CB6070A52}">
      <dgm:prSet/>
      <dgm:spPr/>
      <dgm:t>
        <a:bodyPr/>
        <a:lstStyle/>
        <a:p>
          <a:endParaRPr lang="en-US"/>
        </a:p>
      </dgm:t>
    </dgm:pt>
    <dgm:pt modelId="{BCBBD571-F1EA-45A5-9E37-671AF76DD7E1}" type="sibTrans" cxnId="{EE1B0D04-0314-43BA-B5B2-780CB6070A52}">
      <dgm:prSet/>
      <dgm:spPr/>
      <dgm:t>
        <a:bodyPr/>
        <a:lstStyle/>
        <a:p>
          <a:endParaRPr lang="en-US"/>
        </a:p>
      </dgm:t>
    </dgm:pt>
    <dgm:pt modelId="{EBEAEB16-30C7-4710-8CEA-6F75FEBA8430}" type="pres">
      <dgm:prSet presAssocID="{909021D4-73D7-4F15-A3A0-1C417D9E07B1}" presName="root" presStyleCnt="0">
        <dgm:presLayoutVars>
          <dgm:dir/>
          <dgm:resizeHandles val="exact"/>
        </dgm:presLayoutVars>
      </dgm:prSet>
      <dgm:spPr/>
    </dgm:pt>
    <dgm:pt modelId="{109FE9DA-5545-473C-967C-E85F4D08BBB9}" type="pres">
      <dgm:prSet presAssocID="{12C56EF6-B320-4ACE-A632-BD0D13790168}" presName="compNode" presStyleCnt="0"/>
      <dgm:spPr/>
    </dgm:pt>
    <dgm:pt modelId="{8C83DBD3-8241-44B7-AC2E-55FF246BD57B}" type="pres">
      <dgm:prSet presAssocID="{12C56EF6-B320-4ACE-A632-BD0D13790168}" presName="bgRect" presStyleLbl="bgShp" presStyleIdx="0" presStyleCnt="8"/>
      <dgm:spPr/>
    </dgm:pt>
    <dgm:pt modelId="{C99B78DA-CBBF-487E-90EA-0BD59A93082D}" type="pres">
      <dgm:prSet presAssocID="{12C56EF6-B320-4ACE-A632-BD0D13790168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rinto"/>
        </a:ext>
      </dgm:extLst>
    </dgm:pt>
    <dgm:pt modelId="{4257DB20-DB64-40CF-8876-19ACDBACB50A}" type="pres">
      <dgm:prSet presAssocID="{12C56EF6-B320-4ACE-A632-BD0D13790168}" presName="spaceRect" presStyleCnt="0"/>
      <dgm:spPr/>
    </dgm:pt>
    <dgm:pt modelId="{753D8995-B60B-4FE0-9A68-E1842E5B14E6}" type="pres">
      <dgm:prSet presAssocID="{12C56EF6-B320-4ACE-A632-BD0D13790168}" presName="parTx" presStyleLbl="revTx" presStyleIdx="0" presStyleCnt="8">
        <dgm:presLayoutVars>
          <dgm:chMax val="0"/>
          <dgm:chPref val="0"/>
        </dgm:presLayoutVars>
      </dgm:prSet>
      <dgm:spPr/>
    </dgm:pt>
    <dgm:pt modelId="{64D25830-DE22-44DC-85D3-067B08640BA1}" type="pres">
      <dgm:prSet presAssocID="{9FC4FDDD-9B5A-4FF2-AA09-FAD2EFAF9BCD}" presName="sibTrans" presStyleCnt="0"/>
      <dgm:spPr/>
    </dgm:pt>
    <dgm:pt modelId="{015FCB38-F07E-48DE-AFCA-BB8A27192465}" type="pres">
      <dgm:prSet presAssocID="{46F80010-B0D5-485C-AD86-E7F66D98FAC4}" presName="compNode" presStyleCnt="0"/>
      <dgm:spPr/>
    </dgm:pt>
    <dgm:pt modelId="{470DE99E-865D-445B-B0CB-75925D82EEA4}" type="pres">
      <dgm:prSet presAssocID="{46F80010-B0D5-485C-AD86-E7F66D98FAC4}" presName="bgRect" presStyleLbl="bgShp" presStyleIdx="1" presStyleCnt="8"/>
      <dgm:spPr/>
    </dgm:pt>
    <dgm:pt modelId="{D6152A48-5544-489F-8A48-1CABF5E25FEE}" type="pres">
      <dgm:prSet presAssocID="{46F80010-B0D5-485C-AD86-E7F66D98FAC4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 de campaña"/>
        </a:ext>
      </dgm:extLst>
    </dgm:pt>
    <dgm:pt modelId="{54BD34D6-C232-4007-9E30-460E118E8264}" type="pres">
      <dgm:prSet presAssocID="{46F80010-B0D5-485C-AD86-E7F66D98FAC4}" presName="spaceRect" presStyleCnt="0"/>
      <dgm:spPr/>
    </dgm:pt>
    <dgm:pt modelId="{CFC741BB-557A-45BA-96B4-5DC1E3C888FA}" type="pres">
      <dgm:prSet presAssocID="{46F80010-B0D5-485C-AD86-E7F66D98FAC4}" presName="parTx" presStyleLbl="revTx" presStyleIdx="1" presStyleCnt="8">
        <dgm:presLayoutVars>
          <dgm:chMax val="0"/>
          <dgm:chPref val="0"/>
        </dgm:presLayoutVars>
      </dgm:prSet>
      <dgm:spPr/>
    </dgm:pt>
    <dgm:pt modelId="{A22016E5-2E9C-48DF-8F3A-66452440D10B}" type="pres">
      <dgm:prSet presAssocID="{6E7C45FA-3C3A-4C6F-BD44-9830EB5A76DB}" presName="sibTrans" presStyleCnt="0"/>
      <dgm:spPr/>
    </dgm:pt>
    <dgm:pt modelId="{1143658F-CED1-4683-BF83-444EE9A9D4C0}" type="pres">
      <dgm:prSet presAssocID="{D1E5DA02-015B-4520-BF40-CC5640296BF7}" presName="compNode" presStyleCnt="0"/>
      <dgm:spPr/>
    </dgm:pt>
    <dgm:pt modelId="{CA32DEDB-40DA-43C5-A82E-B950B4C626AD}" type="pres">
      <dgm:prSet presAssocID="{D1E5DA02-015B-4520-BF40-CC5640296BF7}" presName="bgRect" presStyleLbl="bgShp" presStyleIdx="2" presStyleCnt="8"/>
      <dgm:spPr/>
    </dgm:pt>
    <dgm:pt modelId="{9C295493-1893-433E-B986-688E56679198}" type="pres">
      <dgm:prSet presAssocID="{D1E5DA02-015B-4520-BF40-CC5640296BF7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47ABB0B-5C45-4101-AFF1-863F166E2B33}" type="pres">
      <dgm:prSet presAssocID="{D1E5DA02-015B-4520-BF40-CC5640296BF7}" presName="spaceRect" presStyleCnt="0"/>
      <dgm:spPr/>
    </dgm:pt>
    <dgm:pt modelId="{13530B5F-3F14-4740-A83E-A653A1F5EE4A}" type="pres">
      <dgm:prSet presAssocID="{D1E5DA02-015B-4520-BF40-CC5640296BF7}" presName="parTx" presStyleLbl="revTx" presStyleIdx="2" presStyleCnt="8">
        <dgm:presLayoutVars>
          <dgm:chMax val="0"/>
          <dgm:chPref val="0"/>
        </dgm:presLayoutVars>
      </dgm:prSet>
      <dgm:spPr/>
    </dgm:pt>
    <dgm:pt modelId="{C21BDB7B-613D-4AB3-994B-E61D104C06B0}" type="pres">
      <dgm:prSet presAssocID="{F1C7E5A1-8130-43E0-BC81-F77AB4420145}" presName="sibTrans" presStyleCnt="0"/>
      <dgm:spPr/>
    </dgm:pt>
    <dgm:pt modelId="{FC399F7B-F3EF-4B11-88D0-A3BF56382010}" type="pres">
      <dgm:prSet presAssocID="{0F20F3CB-C3A0-4797-B055-9FAF12A5E67A}" presName="compNode" presStyleCnt="0"/>
      <dgm:spPr/>
    </dgm:pt>
    <dgm:pt modelId="{E21B0F88-B4D4-419E-B269-04F5AE7D5154}" type="pres">
      <dgm:prSet presAssocID="{0F20F3CB-C3A0-4797-B055-9FAF12A5E67A}" presName="bgRect" presStyleLbl="bgShp" presStyleIdx="3" presStyleCnt="8"/>
      <dgm:spPr/>
    </dgm:pt>
    <dgm:pt modelId="{98810E6A-77C4-40E6-B13F-6FDD781BE728}" type="pres">
      <dgm:prSet presAssocID="{0F20F3CB-C3A0-4797-B055-9FAF12A5E67A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B1A2CEF1-D545-4960-A6C2-2D0108A54C04}" type="pres">
      <dgm:prSet presAssocID="{0F20F3CB-C3A0-4797-B055-9FAF12A5E67A}" presName="spaceRect" presStyleCnt="0"/>
      <dgm:spPr/>
    </dgm:pt>
    <dgm:pt modelId="{DDDFDECA-6533-4D05-B43F-0DB9977C0EF0}" type="pres">
      <dgm:prSet presAssocID="{0F20F3CB-C3A0-4797-B055-9FAF12A5E67A}" presName="parTx" presStyleLbl="revTx" presStyleIdx="3" presStyleCnt="8">
        <dgm:presLayoutVars>
          <dgm:chMax val="0"/>
          <dgm:chPref val="0"/>
        </dgm:presLayoutVars>
      </dgm:prSet>
      <dgm:spPr/>
    </dgm:pt>
    <dgm:pt modelId="{220CF167-F081-47AE-A74C-A3152A7A0F3A}" type="pres">
      <dgm:prSet presAssocID="{9D638F1B-0BB3-4930-B46A-FFB3D93B7FEB}" presName="sibTrans" presStyleCnt="0"/>
      <dgm:spPr/>
    </dgm:pt>
    <dgm:pt modelId="{791EBCAA-DD35-4141-B0DD-101D2DA66EE7}" type="pres">
      <dgm:prSet presAssocID="{90AE90BB-4707-4369-9CFD-12996CC261E9}" presName="compNode" presStyleCnt="0"/>
      <dgm:spPr/>
    </dgm:pt>
    <dgm:pt modelId="{D0605585-90E9-4B77-A1BB-AC4594CC45EC}" type="pres">
      <dgm:prSet presAssocID="{90AE90BB-4707-4369-9CFD-12996CC261E9}" presName="bgRect" presStyleLbl="bgShp" presStyleIdx="4" presStyleCnt="8"/>
      <dgm:spPr/>
    </dgm:pt>
    <dgm:pt modelId="{9186AEEB-FAB9-4A0E-BE55-203933BDCF64}" type="pres">
      <dgm:prSet presAssocID="{90AE90BB-4707-4369-9CFD-12996CC261E9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A27FBD4F-E1E6-472F-B48D-0014E5CEBDC7}" type="pres">
      <dgm:prSet presAssocID="{90AE90BB-4707-4369-9CFD-12996CC261E9}" presName="spaceRect" presStyleCnt="0"/>
      <dgm:spPr/>
    </dgm:pt>
    <dgm:pt modelId="{D2A711D4-11E4-49C6-9F5D-01129A8773D6}" type="pres">
      <dgm:prSet presAssocID="{90AE90BB-4707-4369-9CFD-12996CC261E9}" presName="parTx" presStyleLbl="revTx" presStyleIdx="4" presStyleCnt="8">
        <dgm:presLayoutVars>
          <dgm:chMax val="0"/>
          <dgm:chPref val="0"/>
        </dgm:presLayoutVars>
      </dgm:prSet>
      <dgm:spPr/>
    </dgm:pt>
    <dgm:pt modelId="{364A489B-E41E-4D69-A5F9-A68C96D43C6E}" type="pres">
      <dgm:prSet presAssocID="{3939342A-B635-4CA3-9739-484B3D0D1A42}" presName="sibTrans" presStyleCnt="0"/>
      <dgm:spPr/>
    </dgm:pt>
    <dgm:pt modelId="{5AB60E03-DAE6-47E6-A1EF-19B0CC7EA80A}" type="pres">
      <dgm:prSet presAssocID="{3C9036A5-4945-493D-A5E0-69201C681C2D}" presName="compNode" presStyleCnt="0"/>
      <dgm:spPr/>
    </dgm:pt>
    <dgm:pt modelId="{6A8C5B44-305C-44C1-AD56-FF99A4BF02A8}" type="pres">
      <dgm:prSet presAssocID="{3C9036A5-4945-493D-A5E0-69201C681C2D}" presName="bgRect" presStyleLbl="bgShp" presStyleIdx="5" presStyleCnt="8"/>
      <dgm:spPr/>
    </dgm:pt>
    <dgm:pt modelId="{F3ECCEFC-CB67-4564-96B8-D9D6DC7668C3}" type="pres">
      <dgm:prSet presAssocID="{3C9036A5-4945-493D-A5E0-69201C681C2D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bo"/>
        </a:ext>
      </dgm:extLst>
    </dgm:pt>
    <dgm:pt modelId="{0FDB2DB6-C64E-40B5-8BF8-131B5CC7A723}" type="pres">
      <dgm:prSet presAssocID="{3C9036A5-4945-493D-A5E0-69201C681C2D}" presName="spaceRect" presStyleCnt="0"/>
      <dgm:spPr/>
    </dgm:pt>
    <dgm:pt modelId="{9F4CEF40-13CF-4522-8464-3B1AFD60E4E2}" type="pres">
      <dgm:prSet presAssocID="{3C9036A5-4945-493D-A5E0-69201C681C2D}" presName="parTx" presStyleLbl="revTx" presStyleIdx="5" presStyleCnt="8">
        <dgm:presLayoutVars>
          <dgm:chMax val="0"/>
          <dgm:chPref val="0"/>
        </dgm:presLayoutVars>
      </dgm:prSet>
      <dgm:spPr/>
    </dgm:pt>
    <dgm:pt modelId="{79648B02-4C44-4550-A857-C31283A57B02}" type="pres">
      <dgm:prSet presAssocID="{2553AC80-392F-46EE-ABF1-5AACC5AA91E9}" presName="sibTrans" presStyleCnt="0"/>
      <dgm:spPr/>
    </dgm:pt>
    <dgm:pt modelId="{1B694AFE-F45F-4FF2-80B8-2F76AC2C100E}" type="pres">
      <dgm:prSet presAssocID="{F1D3D090-886E-40A0-B682-7518FB6DF783}" presName="compNode" presStyleCnt="0"/>
      <dgm:spPr/>
    </dgm:pt>
    <dgm:pt modelId="{26BCE355-97FE-4B92-A069-8C57138F95E7}" type="pres">
      <dgm:prSet presAssocID="{F1D3D090-886E-40A0-B682-7518FB6DF783}" presName="bgRect" presStyleLbl="bgShp" presStyleIdx="6" presStyleCnt="8"/>
      <dgm:spPr/>
    </dgm:pt>
    <dgm:pt modelId="{251623D3-B6AC-4C96-8F07-AFAC44F14942}" type="pres">
      <dgm:prSet presAssocID="{F1D3D090-886E-40A0-B682-7518FB6DF783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867524FC-4A2A-4C51-AFBF-E233096461B5}" type="pres">
      <dgm:prSet presAssocID="{F1D3D090-886E-40A0-B682-7518FB6DF783}" presName="spaceRect" presStyleCnt="0"/>
      <dgm:spPr/>
    </dgm:pt>
    <dgm:pt modelId="{FAA37291-8BF9-416C-93A6-675A1A4F860C}" type="pres">
      <dgm:prSet presAssocID="{F1D3D090-886E-40A0-B682-7518FB6DF783}" presName="parTx" presStyleLbl="revTx" presStyleIdx="6" presStyleCnt="8">
        <dgm:presLayoutVars>
          <dgm:chMax val="0"/>
          <dgm:chPref val="0"/>
        </dgm:presLayoutVars>
      </dgm:prSet>
      <dgm:spPr/>
    </dgm:pt>
    <dgm:pt modelId="{DBACF985-10BF-4AA9-9946-29F4136E5A85}" type="pres">
      <dgm:prSet presAssocID="{12471248-DB8F-49E3-96FF-8B15F8368E51}" presName="sibTrans" presStyleCnt="0"/>
      <dgm:spPr/>
    </dgm:pt>
    <dgm:pt modelId="{DBA362DD-6786-433D-A432-D09B3124A635}" type="pres">
      <dgm:prSet presAssocID="{99AB7164-9E74-47D7-8CE3-D4B89E39DF21}" presName="compNode" presStyleCnt="0"/>
      <dgm:spPr/>
    </dgm:pt>
    <dgm:pt modelId="{0572BC4B-D137-43FB-BD69-480D4ADFAD32}" type="pres">
      <dgm:prSet presAssocID="{99AB7164-9E74-47D7-8CE3-D4B89E39DF21}" presName="bgRect" presStyleLbl="bgShp" presStyleIdx="7" presStyleCnt="8"/>
      <dgm:spPr/>
    </dgm:pt>
    <dgm:pt modelId="{152E0B6D-1883-4DB3-86BE-39F3F35BC918}" type="pres">
      <dgm:prSet presAssocID="{99AB7164-9E74-47D7-8CE3-D4B89E39DF21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EE8AF639-062B-43C0-9135-938BEA3A8D8E}" type="pres">
      <dgm:prSet presAssocID="{99AB7164-9E74-47D7-8CE3-D4B89E39DF21}" presName="spaceRect" presStyleCnt="0"/>
      <dgm:spPr/>
    </dgm:pt>
    <dgm:pt modelId="{72628A82-642D-43B5-AEF1-A8ADA9B15633}" type="pres">
      <dgm:prSet presAssocID="{99AB7164-9E74-47D7-8CE3-D4B89E39DF21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51298B01-4A9D-41DC-9D71-789BE076878B}" srcId="{909021D4-73D7-4F15-A3A0-1C417D9E07B1}" destId="{3C9036A5-4945-493D-A5E0-69201C681C2D}" srcOrd="5" destOrd="0" parTransId="{18084044-C30B-4310-8720-10C30E3A0F25}" sibTransId="{2553AC80-392F-46EE-ABF1-5AACC5AA91E9}"/>
    <dgm:cxn modelId="{C94A6B03-8382-47FE-BB18-61949188D4C9}" srcId="{909021D4-73D7-4F15-A3A0-1C417D9E07B1}" destId="{12C56EF6-B320-4ACE-A632-BD0D13790168}" srcOrd="0" destOrd="0" parTransId="{D0831D09-D5FF-4274-A073-FB678BD992DB}" sibTransId="{9FC4FDDD-9B5A-4FF2-AA09-FAD2EFAF9BCD}"/>
    <dgm:cxn modelId="{EE1B0D04-0314-43BA-B5B2-780CB6070A52}" srcId="{909021D4-73D7-4F15-A3A0-1C417D9E07B1}" destId="{99AB7164-9E74-47D7-8CE3-D4B89E39DF21}" srcOrd="7" destOrd="0" parTransId="{E248AFEE-1BC6-410B-83E6-7D2C2CBC1722}" sibTransId="{BCBBD571-F1EA-45A5-9E37-671AF76DD7E1}"/>
    <dgm:cxn modelId="{C4D4340C-57E0-428F-9001-D3021CC3C066}" srcId="{909021D4-73D7-4F15-A3A0-1C417D9E07B1}" destId="{F1D3D090-886E-40A0-B682-7518FB6DF783}" srcOrd="6" destOrd="0" parTransId="{F04CA686-651B-44BE-B31A-CD9E75A2D7A7}" sibTransId="{12471248-DB8F-49E3-96FF-8B15F8368E51}"/>
    <dgm:cxn modelId="{9437C50E-3E0E-44E8-8934-5B02F4E4B306}" type="presOf" srcId="{D1E5DA02-015B-4520-BF40-CC5640296BF7}" destId="{13530B5F-3F14-4740-A83E-A653A1F5EE4A}" srcOrd="0" destOrd="0" presId="urn:microsoft.com/office/officeart/2018/2/layout/IconVerticalSolidList"/>
    <dgm:cxn modelId="{32CD6713-14EF-46F4-8D32-CE734EBF134A}" type="presOf" srcId="{0F20F3CB-C3A0-4797-B055-9FAF12A5E67A}" destId="{DDDFDECA-6533-4D05-B43F-0DB9977C0EF0}" srcOrd="0" destOrd="0" presId="urn:microsoft.com/office/officeart/2018/2/layout/IconVerticalSolidList"/>
    <dgm:cxn modelId="{606A8B24-594F-466C-B1B9-56379F8A0933}" srcId="{909021D4-73D7-4F15-A3A0-1C417D9E07B1}" destId="{D1E5DA02-015B-4520-BF40-CC5640296BF7}" srcOrd="2" destOrd="0" parTransId="{326E13E2-6C3D-423A-9647-2AE78D09F4A3}" sibTransId="{F1C7E5A1-8130-43E0-BC81-F77AB4420145}"/>
    <dgm:cxn modelId="{D4FE0265-755B-4C8A-A677-857CC4600CF5}" type="presOf" srcId="{12C56EF6-B320-4ACE-A632-BD0D13790168}" destId="{753D8995-B60B-4FE0-9A68-E1842E5B14E6}" srcOrd="0" destOrd="0" presId="urn:microsoft.com/office/officeart/2018/2/layout/IconVerticalSolidList"/>
    <dgm:cxn modelId="{5DBBBF45-322C-4F6C-92FF-EDC8E88BBA3E}" type="presOf" srcId="{909021D4-73D7-4F15-A3A0-1C417D9E07B1}" destId="{EBEAEB16-30C7-4710-8CEA-6F75FEBA8430}" srcOrd="0" destOrd="0" presId="urn:microsoft.com/office/officeart/2018/2/layout/IconVerticalSolidList"/>
    <dgm:cxn modelId="{7396374B-4DEB-4761-A501-9EA94EFA30B0}" type="presOf" srcId="{3C9036A5-4945-493D-A5E0-69201C681C2D}" destId="{9F4CEF40-13CF-4522-8464-3B1AFD60E4E2}" srcOrd="0" destOrd="0" presId="urn:microsoft.com/office/officeart/2018/2/layout/IconVerticalSolidList"/>
    <dgm:cxn modelId="{B50F2482-4F00-42B7-90FD-7FFACA0950C0}" type="presOf" srcId="{99AB7164-9E74-47D7-8CE3-D4B89E39DF21}" destId="{72628A82-642D-43B5-AEF1-A8ADA9B15633}" srcOrd="0" destOrd="0" presId="urn:microsoft.com/office/officeart/2018/2/layout/IconVerticalSolidList"/>
    <dgm:cxn modelId="{C0132FA0-73A3-4F9A-B44E-5BB75A760087}" type="presOf" srcId="{F1D3D090-886E-40A0-B682-7518FB6DF783}" destId="{FAA37291-8BF9-416C-93A6-675A1A4F860C}" srcOrd="0" destOrd="0" presId="urn:microsoft.com/office/officeart/2018/2/layout/IconVerticalSolidList"/>
    <dgm:cxn modelId="{AA203EA0-250F-4BE0-86AC-49E9DDED8023}" type="presOf" srcId="{90AE90BB-4707-4369-9CFD-12996CC261E9}" destId="{D2A711D4-11E4-49C6-9F5D-01129A8773D6}" srcOrd="0" destOrd="0" presId="urn:microsoft.com/office/officeart/2018/2/layout/IconVerticalSolidList"/>
    <dgm:cxn modelId="{9D915DC3-8CC6-48C3-A22C-4E727EC40AB4}" srcId="{909021D4-73D7-4F15-A3A0-1C417D9E07B1}" destId="{0F20F3CB-C3A0-4797-B055-9FAF12A5E67A}" srcOrd="3" destOrd="0" parTransId="{9B58BF38-902B-495F-A264-6F0326B80B12}" sibTransId="{9D638F1B-0BB3-4930-B46A-FFB3D93B7FEB}"/>
    <dgm:cxn modelId="{DEA78BE7-DCFC-48B0-8118-D25660925F7F}" type="presOf" srcId="{46F80010-B0D5-485C-AD86-E7F66D98FAC4}" destId="{CFC741BB-557A-45BA-96B4-5DC1E3C888FA}" srcOrd="0" destOrd="0" presId="urn:microsoft.com/office/officeart/2018/2/layout/IconVerticalSolidList"/>
    <dgm:cxn modelId="{A1032DE9-D933-45A1-880E-90C90F19566E}" srcId="{909021D4-73D7-4F15-A3A0-1C417D9E07B1}" destId="{46F80010-B0D5-485C-AD86-E7F66D98FAC4}" srcOrd="1" destOrd="0" parTransId="{8D6CCAEB-D57F-4C2A-BDDD-AC397EBF29D5}" sibTransId="{6E7C45FA-3C3A-4C6F-BD44-9830EB5A76DB}"/>
    <dgm:cxn modelId="{976BD8FD-03BA-41E3-A70F-7AC2AB1AB203}" srcId="{909021D4-73D7-4F15-A3A0-1C417D9E07B1}" destId="{90AE90BB-4707-4369-9CFD-12996CC261E9}" srcOrd="4" destOrd="0" parTransId="{D6136790-45E4-463A-B342-19D2F30CF6CD}" sibTransId="{3939342A-B635-4CA3-9739-484B3D0D1A42}"/>
    <dgm:cxn modelId="{BF130EFB-A43F-4B8F-97E2-A5679D15F74C}" type="presParOf" srcId="{EBEAEB16-30C7-4710-8CEA-6F75FEBA8430}" destId="{109FE9DA-5545-473C-967C-E85F4D08BBB9}" srcOrd="0" destOrd="0" presId="urn:microsoft.com/office/officeart/2018/2/layout/IconVerticalSolidList"/>
    <dgm:cxn modelId="{56F79B7F-523E-4B06-B1C4-3C4B20A71886}" type="presParOf" srcId="{109FE9DA-5545-473C-967C-E85F4D08BBB9}" destId="{8C83DBD3-8241-44B7-AC2E-55FF246BD57B}" srcOrd="0" destOrd="0" presId="urn:microsoft.com/office/officeart/2018/2/layout/IconVerticalSolidList"/>
    <dgm:cxn modelId="{8D861324-811E-4903-B3CE-26C52CE17F7A}" type="presParOf" srcId="{109FE9DA-5545-473C-967C-E85F4D08BBB9}" destId="{C99B78DA-CBBF-487E-90EA-0BD59A93082D}" srcOrd="1" destOrd="0" presId="urn:microsoft.com/office/officeart/2018/2/layout/IconVerticalSolidList"/>
    <dgm:cxn modelId="{654BF03B-77A2-429E-9F19-7FDA0C7BED47}" type="presParOf" srcId="{109FE9DA-5545-473C-967C-E85F4D08BBB9}" destId="{4257DB20-DB64-40CF-8876-19ACDBACB50A}" srcOrd="2" destOrd="0" presId="urn:microsoft.com/office/officeart/2018/2/layout/IconVerticalSolidList"/>
    <dgm:cxn modelId="{3611D1CE-39EF-4903-8B94-C1E6B10D6C7C}" type="presParOf" srcId="{109FE9DA-5545-473C-967C-E85F4D08BBB9}" destId="{753D8995-B60B-4FE0-9A68-E1842E5B14E6}" srcOrd="3" destOrd="0" presId="urn:microsoft.com/office/officeart/2018/2/layout/IconVerticalSolidList"/>
    <dgm:cxn modelId="{26FB0D0C-AE09-41EA-B275-30894EDFE81F}" type="presParOf" srcId="{EBEAEB16-30C7-4710-8CEA-6F75FEBA8430}" destId="{64D25830-DE22-44DC-85D3-067B08640BA1}" srcOrd="1" destOrd="0" presId="urn:microsoft.com/office/officeart/2018/2/layout/IconVerticalSolidList"/>
    <dgm:cxn modelId="{CEAFCB91-D25E-481E-9C4F-A234854DF5C5}" type="presParOf" srcId="{EBEAEB16-30C7-4710-8CEA-6F75FEBA8430}" destId="{015FCB38-F07E-48DE-AFCA-BB8A27192465}" srcOrd="2" destOrd="0" presId="urn:microsoft.com/office/officeart/2018/2/layout/IconVerticalSolidList"/>
    <dgm:cxn modelId="{0F2EB867-9C7F-4E36-B0DB-2801CC59F739}" type="presParOf" srcId="{015FCB38-F07E-48DE-AFCA-BB8A27192465}" destId="{470DE99E-865D-445B-B0CB-75925D82EEA4}" srcOrd="0" destOrd="0" presId="urn:microsoft.com/office/officeart/2018/2/layout/IconVerticalSolidList"/>
    <dgm:cxn modelId="{36984566-343F-446F-A042-1AAFF0D10F1C}" type="presParOf" srcId="{015FCB38-F07E-48DE-AFCA-BB8A27192465}" destId="{D6152A48-5544-489F-8A48-1CABF5E25FEE}" srcOrd="1" destOrd="0" presId="urn:microsoft.com/office/officeart/2018/2/layout/IconVerticalSolidList"/>
    <dgm:cxn modelId="{CC06F12D-D06E-46EA-8E48-8249685FCEF6}" type="presParOf" srcId="{015FCB38-F07E-48DE-AFCA-BB8A27192465}" destId="{54BD34D6-C232-4007-9E30-460E118E8264}" srcOrd="2" destOrd="0" presId="urn:microsoft.com/office/officeart/2018/2/layout/IconVerticalSolidList"/>
    <dgm:cxn modelId="{D8AEC881-09C1-4F85-9C4B-9595EB2BD05F}" type="presParOf" srcId="{015FCB38-F07E-48DE-AFCA-BB8A27192465}" destId="{CFC741BB-557A-45BA-96B4-5DC1E3C888FA}" srcOrd="3" destOrd="0" presId="urn:microsoft.com/office/officeart/2018/2/layout/IconVerticalSolidList"/>
    <dgm:cxn modelId="{12547628-1DFF-4F0F-B844-7047DD8A0D08}" type="presParOf" srcId="{EBEAEB16-30C7-4710-8CEA-6F75FEBA8430}" destId="{A22016E5-2E9C-48DF-8F3A-66452440D10B}" srcOrd="3" destOrd="0" presId="urn:microsoft.com/office/officeart/2018/2/layout/IconVerticalSolidList"/>
    <dgm:cxn modelId="{850A1504-C504-4B7B-AD1A-634E6A1CE321}" type="presParOf" srcId="{EBEAEB16-30C7-4710-8CEA-6F75FEBA8430}" destId="{1143658F-CED1-4683-BF83-444EE9A9D4C0}" srcOrd="4" destOrd="0" presId="urn:microsoft.com/office/officeart/2018/2/layout/IconVerticalSolidList"/>
    <dgm:cxn modelId="{93ABA3B7-5B95-4DAD-AAF2-902C6F5ACEF5}" type="presParOf" srcId="{1143658F-CED1-4683-BF83-444EE9A9D4C0}" destId="{CA32DEDB-40DA-43C5-A82E-B950B4C626AD}" srcOrd="0" destOrd="0" presId="urn:microsoft.com/office/officeart/2018/2/layout/IconVerticalSolidList"/>
    <dgm:cxn modelId="{2B61371B-F686-458D-B041-A1AA790B76DB}" type="presParOf" srcId="{1143658F-CED1-4683-BF83-444EE9A9D4C0}" destId="{9C295493-1893-433E-B986-688E56679198}" srcOrd="1" destOrd="0" presId="urn:microsoft.com/office/officeart/2018/2/layout/IconVerticalSolidList"/>
    <dgm:cxn modelId="{D3EC3BD9-C30D-4347-9DDD-82AA4096ABC4}" type="presParOf" srcId="{1143658F-CED1-4683-BF83-444EE9A9D4C0}" destId="{647ABB0B-5C45-4101-AFF1-863F166E2B33}" srcOrd="2" destOrd="0" presId="urn:microsoft.com/office/officeart/2018/2/layout/IconVerticalSolidList"/>
    <dgm:cxn modelId="{E4F20BF5-8F53-4A75-8F3F-822306463863}" type="presParOf" srcId="{1143658F-CED1-4683-BF83-444EE9A9D4C0}" destId="{13530B5F-3F14-4740-A83E-A653A1F5EE4A}" srcOrd="3" destOrd="0" presId="urn:microsoft.com/office/officeart/2018/2/layout/IconVerticalSolidList"/>
    <dgm:cxn modelId="{6592C375-8E2C-49A0-8CEE-CD2D62AA262A}" type="presParOf" srcId="{EBEAEB16-30C7-4710-8CEA-6F75FEBA8430}" destId="{C21BDB7B-613D-4AB3-994B-E61D104C06B0}" srcOrd="5" destOrd="0" presId="urn:microsoft.com/office/officeart/2018/2/layout/IconVerticalSolidList"/>
    <dgm:cxn modelId="{428EFF0B-19F0-4999-8A3E-959173A96601}" type="presParOf" srcId="{EBEAEB16-30C7-4710-8CEA-6F75FEBA8430}" destId="{FC399F7B-F3EF-4B11-88D0-A3BF56382010}" srcOrd="6" destOrd="0" presId="urn:microsoft.com/office/officeart/2018/2/layout/IconVerticalSolidList"/>
    <dgm:cxn modelId="{7844B6CD-6E1C-4D8E-AFFA-D50A69C5D070}" type="presParOf" srcId="{FC399F7B-F3EF-4B11-88D0-A3BF56382010}" destId="{E21B0F88-B4D4-419E-B269-04F5AE7D5154}" srcOrd="0" destOrd="0" presId="urn:microsoft.com/office/officeart/2018/2/layout/IconVerticalSolidList"/>
    <dgm:cxn modelId="{D0F282E7-A4FC-455E-BA85-EFDB319465DB}" type="presParOf" srcId="{FC399F7B-F3EF-4B11-88D0-A3BF56382010}" destId="{98810E6A-77C4-40E6-B13F-6FDD781BE728}" srcOrd="1" destOrd="0" presId="urn:microsoft.com/office/officeart/2018/2/layout/IconVerticalSolidList"/>
    <dgm:cxn modelId="{630345BE-8F13-41C6-9BB1-018E237AD8A7}" type="presParOf" srcId="{FC399F7B-F3EF-4B11-88D0-A3BF56382010}" destId="{B1A2CEF1-D545-4960-A6C2-2D0108A54C04}" srcOrd="2" destOrd="0" presId="urn:microsoft.com/office/officeart/2018/2/layout/IconVerticalSolidList"/>
    <dgm:cxn modelId="{7C760BBA-0E4E-4A11-AA0A-20B253EE41D2}" type="presParOf" srcId="{FC399F7B-F3EF-4B11-88D0-A3BF56382010}" destId="{DDDFDECA-6533-4D05-B43F-0DB9977C0EF0}" srcOrd="3" destOrd="0" presId="urn:microsoft.com/office/officeart/2018/2/layout/IconVerticalSolidList"/>
    <dgm:cxn modelId="{9C8B222F-1E88-43CB-A837-62AC383D5624}" type="presParOf" srcId="{EBEAEB16-30C7-4710-8CEA-6F75FEBA8430}" destId="{220CF167-F081-47AE-A74C-A3152A7A0F3A}" srcOrd="7" destOrd="0" presId="urn:microsoft.com/office/officeart/2018/2/layout/IconVerticalSolidList"/>
    <dgm:cxn modelId="{B0D51A3D-6916-49E2-8009-5A95BFF8E659}" type="presParOf" srcId="{EBEAEB16-30C7-4710-8CEA-6F75FEBA8430}" destId="{791EBCAA-DD35-4141-B0DD-101D2DA66EE7}" srcOrd="8" destOrd="0" presId="urn:microsoft.com/office/officeart/2018/2/layout/IconVerticalSolidList"/>
    <dgm:cxn modelId="{6548F686-2753-476A-A26D-3C575575EB31}" type="presParOf" srcId="{791EBCAA-DD35-4141-B0DD-101D2DA66EE7}" destId="{D0605585-90E9-4B77-A1BB-AC4594CC45EC}" srcOrd="0" destOrd="0" presId="urn:microsoft.com/office/officeart/2018/2/layout/IconVerticalSolidList"/>
    <dgm:cxn modelId="{3703F321-016C-4D89-A9C5-637D3E188207}" type="presParOf" srcId="{791EBCAA-DD35-4141-B0DD-101D2DA66EE7}" destId="{9186AEEB-FAB9-4A0E-BE55-203933BDCF64}" srcOrd="1" destOrd="0" presId="urn:microsoft.com/office/officeart/2018/2/layout/IconVerticalSolidList"/>
    <dgm:cxn modelId="{E4AECE9A-6048-4665-B345-425C6EE59799}" type="presParOf" srcId="{791EBCAA-DD35-4141-B0DD-101D2DA66EE7}" destId="{A27FBD4F-E1E6-472F-B48D-0014E5CEBDC7}" srcOrd="2" destOrd="0" presId="urn:microsoft.com/office/officeart/2018/2/layout/IconVerticalSolidList"/>
    <dgm:cxn modelId="{873B84AC-7643-46ED-8F3C-AEE67BCC0709}" type="presParOf" srcId="{791EBCAA-DD35-4141-B0DD-101D2DA66EE7}" destId="{D2A711D4-11E4-49C6-9F5D-01129A8773D6}" srcOrd="3" destOrd="0" presId="urn:microsoft.com/office/officeart/2018/2/layout/IconVerticalSolidList"/>
    <dgm:cxn modelId="{497D091A-ACDD-485C-B213-A6358CF9ACFA}" type="presParOf" srcId="{EBEAEB16-30C7-4710-8CEA-6F75FEBA8430}" destId="{364A489B-E41E-4D69-A5F9-A68C96D43C6E}" srcOrd="9" destOrd="0" presId="urn:microsoft.com/office/officeart/2018/2/layout/IconVerticalSolidList"/>
    <dgm:cxn modelId="{3B932ED1-B17D-4D56-9D01-2D29949753F0}" type="presParOf" srcId="{EBEAEB16-30C7-4710-8CEA-6F75FEBA8430}" destId="{5AB60E03-DAE6-47E6-A1EF-19B0CC7EA80A}" srcOrd="10" destOrd="0" presId="urn:microsoft.com/office/officeart/2018/2/layout/IconVerticalSolidList"/>
    <dgm:cxn modelId="{3B2A53DF-C6E0-48EB-B10F-0125DF67FC19}" type="presParOf" srcId="{5AB60E03-DAE6-47E6-A1EF-19B0CC7EA80A}" destId="{6A8C5B44-305C-44C1-AD56-FF99A4BF02A8}" srcOrd="0" destOrd="0" presId="urn:microsoft.com/office/officeart/2018/2/layout/IconVerticalSolidList"/>
    <dgm:cxn modelId="{589052E4-E58E-4452-AB67-AE17FCEB33C7}" type="presParOf" srcId="{5AB60E03-DAE6-47E6-A1EF-19B0CC7EA80A}" destId="{F3ECCEFC-CB67-4564-96B8-D9D6DC7668C3}" srcOrd="1" destOrd="0" presId="urn:microsoft.com/office/officeart/2018/2/layout/IconVerticalSolidList"/>
    <dgm:cxn modelId="{A6436C2F-8B77-4CFF-8204-A88986F38A27}" type="presParOf" srcId="{5AB60E03-DAE6-47E6-A1EF-19B0CC7EA80A}" destId="{0FDB2DB6-C64E-40B5-8BF8-131B5CC7A723}" srcOrd="2" destOrd="0" presId="urn:microsoft.com/office/officeart/2018/2/layout/IconVerticalSolidList"/>
    <dgm:cxn modelId="{28E7DDAE-375F-4921-B6EF-4F8413CEB595}" type="presParOf" srcId="{5AB60E03-DAE6-47E6-A1EF-19B0CC7EA80A}" destId="{9F4CEF40-13CF-4522-8464-3B1AFD60E4E2}" srcOrd="3" destOrd="0" presId="urn:microsoft.com/office/officeart/2018/2/layout/IconVerticalSolidList"/>
    <dgm:cxn modelId="{9B26F69B-346D-46D6-8DDE-450545543771}" type="presParOf" srcId="{EBEAEB16-30C7-4710-8CEA-6F75FEBA8430}" destId="{79648B02-4C44-4550-A857-C31283A57B02}" srcOrd="11" destOrd="0" presId="urn:microsoft.com/office/officeart/2018/2/layout/IconVerticalSolidList"/>
    <dgm:cxn modelId="{294027ED-8021-46AE-8D87-BDA4F005B634}" type="presParOf" srcId="{EBEAEB16-30C7-4710-8CEA-6F75FEBA8430}" destId="{1B694AFE-F45F-4FF2-80B8-2F76AC2C100E}" srcOrd="12" destOrd="0" presId="urn:microsoft.com/office/officeart/2018/2/layout/IconVerticalSolidList"/>
    <dgm:cxn modelId="{F943C556-6049-40F6-BBF5-1C768C124696}" type="presParOf" srcId="{1B694AFE-F45F-4FF2-80B8-2F76AC2C100E}" destId="{26BCE355-97FE-4B92-A069-8C57138F95E7}" srcOrd="0" destOrd="0" presId="urn:microsoft.com/office/officeart/2018/2/layout/IconVerticalSolidList"/>
    <dgm:cxn modelId="{BDFB656A-8DFC-4DB7-A91B-981435052A68}" type="presParOf" srcId="{1B694AFE-F45F-4FF2-80B8-2F76AC2C100E}" destId="{251623D3-B6AC-4C96-8F07-AFAC44F14942}" srcOrd="1" destOrd="0" presId="urn:microsoft.com/office/officeart/2018/2/layout/IconVerticalSolidList"/>
    <dgm:cxn modelId="{3BB3C712-E837-4916-950F-A355C276D434}" type="presParOf" srcId="{1B694AFE-F45F-4FF2-80B8-2F76AC2C100E}" destId="{867524FC-4A2A-4C51-AFBF-E233096461B5}" srcOrd="2" destOrd="0" presId="urn:microsoft.com/office/officeart/2018/2/layout/IconVerticalSolidList"/>
    <dgm:cxn modelId="{488D3F3E-FC36-4EA8-B401-4E3FEA8F32FB}" type="presParOf" srcId="{1B694AFE-F45F-4FF2-80B8-2F76AC2C100E}" destId="{FAA37291-8BF9-416C-93A6-675A1A4F860C}" srcOrd="3" destOrd="0" presId="urn:microsoft.com/office/officeart/2018/2/layout/IconVerticalSolidList"/>
    <dgm:cxn modelId="{11EA5232-2040-4247-BDA5-63B0A4D64552}" type="presParOf" srcId="{EBEAEB16-30C7-4710-8CEA-6F75FEBA8430}" destId="{DBACF985-10BF-4AA9-9946-29F4136E5A85}" srcOrd="13" destOrd="0" presId="urn:microsoft.com/office/officeart/2018/2/layout/IconVerticalSolidList"/>
    <dgm:cxn modelId="{22867EB2-0AFF-4748-87AD-84ED36D839FC}" type="presParOf" srcId="{EBEAEB16-30C7-4710-8CEA-6F75FEBA8430}" destId="{DBA362DD-6786-433D-A432-D09B3124A635}" srcOrd="14" destOrd="0" presId="urn:microsoft.com/office/officeart/2018/2/layout/IconVerticalSolidList"/>
    <dgm:cxn modelId="{A537AD71-A403-41BA-9BEA-2CDEB6BCE600}" type="presParOf" srcId="{DBA362DD-6786-433D-A432-D09B3124A635}" destId="{0572BC4B-D137-43FB-BD69-480D4ADFAD32}" srcOrd="0" destOrd="0" presId="urn:microsoft.com/office/officeart/2018/2/layout/IconVerticalSolidList"/>
    <dgm:cxn modelId="{6EA8EE71-22E3-4CCC-AA40-CCC1B432DF1E}" type="presParOf" srcId="{DBA362DD-6786-433D-A432-D09B3124A635}" destId="{152E0B6D-1883-4DB3-86BE-39F3F35BC918}" srcOrd="1" destOrd="0" presId="urn:microsoft.com/office/officeart/2018/2/layout/IconVerticalSolidList"/>
    <dgm:cxn modelId="{11DAC159-C6CF-44F7-B2AA-2F64C534B92B}" type="presParOf" srcId="{DBA362DD-6786-433D-A432-D09B3124A635}" destId="{EE8AF639-062B-43C0-9135-938BEA3A8D8E}" srcOrd="2" destOrd="0" presId="urn:microsoft.com/office/officeart/2018/2/layout/IconVerticalSolidList"/>
    <dgm:cxn modelId="{20EE5A71-B68B-4485-93ED-FC392A943F1C}" type="presParOf" srcId="{DBA362DD-6786-433D-A432-D09B3124A635}" destId="{72628A82-642D-43B5-AEF1-A8ADA9B156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3DBD3-8241-44B7-AC2E-55FF246BD57B}">
      <dsp:nvSpPr>
        <dsp:cNvPr id="0" name=""/>
        <dsp:cNvSpPr/>
      </dsp:nvSpPr>
      <dsp:spPr>
        <a:xfrm>
          <a:off x="0" y="3587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B78DA-CBBF-487E-90EA-0BD59A93082D}">
      <dsp:nvSpPr>
        <dsp:cNvPr id="0" name=""/>
        <dsp:cNvSpPr/>
      </dsp:nvSpPr>
      <dsp:spPr>
        <a:xfrm>
          <a:off x="132488" y="102132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D8995-B60B-4FE0-9A68-E1842E5B14E6}">
      <dsp:nvSpPr>
        <dsp:cNvPr id="0" name=""/>
        <dsp:cNvSpPr/>
      </dsp:nvSpPr>
      <dsp:spPr>
        <a:xfrm>
          <a:off x="506099" y="3587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EVALUACIÓN PARCIAL 2.2 (25%)</a:t>
          </a:r>
          <a:endParaRPr lang="en-US" sz="1400" kern="1200"/>
        </a:p>
      </dsp:txBody>
      <dsp:txXfrm>
        <a:off x="506099" y="3587"/>
        <a:ext cx="5704821" cy="602218"/>
      </dsp:txXfrm>
    </dsp:sp>
    <dsp:sp modelId="{470DE99E-865D-445B-B0CB-75925D82EEA4}">
      <dsp:nvSpPr>
        <dsp:cNvPr id="0" name=""/>
        <dsp:cNvSpPr/>
      </dsp:nvSpPr>
      <dsp:spPr>
        <a:xfrm>
          <a:off x="0" y="756361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52A48-5544-489F-8A48-1CABF5E25FEE}">
      <dsp:nvSpPr>
        <dsp:cNvPr id="0" name=""/>
        <dsp:cNvSpPr/>
      </dsp:nvSpPr>
      <dsp:spPr>
        <a:xfrm>
          <a:off x="132488" y="854905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741BB-557A-45BA-96B4-5DC1E3C888FA}">
      <dsp:nvSpPr>
        <dsp:cNvPr id="0" name=""/>
        <dsp:cNvSpPr/>
      </dsp:nvSpPr>
      <dsp:spPr>
        <a:xfrm>
          <a:off x="506099" y="756361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Tienda MoAr</a:t>
          </a:r>
          <a:endParaRPr lang="en-US" sz="1400" kern="1200"/>
        </a:p>
      </dsp:txBody>
      <dsp:txXfrm>
        <a:off x="506099" y="756361"/>
        <a:ext cx="5704821" cy="602218"/>
      </dsp:txXfrm>
    </dsp:sp>
    <dsp:sp modelId="{CA32DEDB-40DA-43C5-A82E-B950B4C626AD}">
      <dsp:nvSpPr>
        <dsp:cNvPr id="0" name=""/>
        <dsp:cNvSpPr/>
      </dsp:nvSpPr>
      <dsp:spPr>
        <a:xfrm>
          <a:off x="0" y="1509134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295493-1893-433E-B986-688E56679198}">
      <dsp:nvSpPr>
        <dsp:cNvPr id="0" name=""/>
        <dsp:cNvSpPr/>
      </dsp:nvSpPr>
      <dsp:spPr>
        <a:xfrm>
          <a:off x="132488" y="1607679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30B5F-3F14-4740-A83E-A653A1F5EE4A}">
      <dsp:nvSpPr>
        <dsp:cNvPr id="0" name=""/>
        <dsp:cNvSpPr/>
      </dsp:nvSpPr>
      <dsp:spPr>
        <a:xfrm>
          <a:off x="506099" y="1509134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Aseguramiento de Calidad y Pruebas</a:t>
          </a:r>
        </a:p>
      </dsp:txBody>
      <dsp:txXfrm>
        <a:off x="506099" y="1509134"/>
        <a:ext cx="5704821" cy="602218"/>
      </dsp:txXfrm>
    </dsp:sp>
    <dsp:sp modelId="{E21B0F88-B4D4-419E-B269-04F5AE7D5154}">
      <dsp:nvSpPr>
        <dsp:cNvPr id="0" name=""/>
        <dsp:cNvSpPr/>
      </dsp:nvSpPr>
      <dsp:spPr>
        <a:xfrm>
          <a:off x="0" y="2261908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10E6A-77C4-40E6-B13F-6FDD781BE728}">
      <dsp:nvSpPr>
        <dsp:cNvPr id="0" name=""/>
        <dsp:cNvSpPr/>
      </dsp:nvSpPr>
      <dsp:spPr>
        <a:xfrm>
          <a:off x="132488" y="2360453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FDECA-6533-4D05-B43F-0DB9977C0EF0}">
      <dsp:nvSpPr>
        <dsp:cNvPr id="0" name=""/>
        <dsp:cNvSpPr/>
      </dsp:nvSpPr>
      <dsp:spPr>
        <a:xfrm>
          <a:off x="506099" y="2261908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Asignatura: </a:t>
          </a:r>
          <a:r>
            <a:rPr lang="en-US" sz="1400" b="0" kern="1200"/>
            <a:t>Técnicas de Calidad de Software</a:t>
          </a:r>
          <a:endParaRPr lang="en-US" sz="1400" kern="1200"/>
        </a:p>
      </dsp:txBody>
      <dsp:txXfrm>
        <a:off x="506099" y="2261908"/>
        <a:ext cx="5704821" cy="602218"/>
      </dsp:txXfrm>
    </dsp:sp>
    <dsp:sp modelId="{D0605585-90E9-4B77-A1BB-AC4594CC45EC}">
      <dsp:nvSpPr>
        <dsp:cNvPr id="0" name=""/>
        <dsp:cNvSpPr/>
      </dsp:nvSpPr>
      <dsp:spPr>
        <a:xfrm>
          <a:off x="0" y="3014681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6AEEB-FAB9-4A0E-BE55-203933BDCF64}">
      <dsp:nvSpPr>
        <dsp:cNvPr id="0" name=""/>
        <dsp:cNvSpPr/>
      </dsp:nvSpPr>
      <dsp:spPr>
        <a:xfrm>
          <a:off x="132488" y="3113226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711D4-11E4-49C6-9F5D-01129A8773D6}">
      <dsp:nvSpPr>
        <dsp:cNvPr id="0" name=""/>
        <dsp:cNvSpPr/>
      </dsp:nvSpPr>
      <dsp:spPr>
        <a:xfrm>
          <a:off x="506099" y="3014681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Sigla: </a:t>
          </a:r>
          <a:r>
            <a:rPr lang="en-US" sz="1400" b="0" kern="1200"/>
            <a:t>TCY0101</a:t>
          </a:r>
          <a:endParaRPr lang="en-US" sz="1400" kern="1200"/>
        </a:p>
      </dsp:txBody>
      <dsp:txXfrm>
        <a:off x="506099" y="3014681"/>
        <a:ext cx="5704821" cy="602218"/>
      </dsp:txXfrm>
    </dsp:sp>
    <dsp:sp modelId="{6A8C5B44-305C-44C1-AD56-FF99A4BF02A8}">
      <dsp:nvSpPr>
        <dsp:cNvPr id="0" name=""/>
        <dsp:cNvSpPr/>
      </dsp:nvSpPr>
      <dsp:spPr>
        <a:xfrm>
          <a:off x="0" y="3767455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CCEFC-CB67-4564-96B8-D9D6DC7668C3}">
      <dsp:nvSpPr>
        <dsp:cNvPr id="0" name=""/>
        <dsp:cNvSpPr/>
      </dsp:nvSpPr>
      <dsp:spPr>
        <a:xfrm>
          <a:off x="132488" y="3866000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CEF40-13CF-4522-8464-3B1AFD60E4E2}">
      <dsp:nvSpPr>
        <dsp:cNvPr id="0" name=""/>
        <dsp:cNvSpPr/>
      </dsp:nvSpPr>
      <dsp:spPr>
        <a:xfrm>
          <a:off x="506099" y="3767455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Docente: </a:t>
          </a:r>
          <a:r>
            <a:rPr lang="en-US" sz="1400" b="0" kern="1200"/>
            <a:t>Christian Álvarez Lobos</a:t>
          </a:r>
          <a:endParaRPr lang="en-US" sz="1400" kern="1200"/>
        </a:p>
      </dsp:txBody>
      <dsp:txXfrm>
        <a:off x="506099" y="3767455"/>
        <a:ext cx="5704821" cy="602218"/>
      </dsp:txXfrm>
    </dsp:sp>
    <dsp:sp modelId="{26BCE355-97FE-4B92-A069-8C57138F95E7}">
      <dsp:nvSpPr>
        <dsp:cNvPr id="0" name=""/>
        <dsp:cNvSpPr/>
      </dsp:nvSpPr>
      <dsp:spPr>
        <a:xfrm>
          <a:off x="0" y="4520229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623D3-B6AC-4C96-8F07-AFAC44F14942}">
      <dsp:nvSpPr>
        <dsp:cNvPr id="0" name=""/>
        <dsp:cNvSpPr/>
      </dsp:nvSpPr>
      <dsp:spPr>
        <a:xfrm>
          <a:off x="132488" y="4618773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37291-8BF9-416C-93A6-675A1A4F860C}">
      <dsp:nvSpPr>
        <dsp:cNvPr id="0" name=""/>
        <dsp:cNvSpPr/>
      </dsp:nvSpPr>
      <dsp:spPr>
        <a:xfrm>
          <a:off x="506099" y="4520229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Integrantes</a:t>
          </a:r>
          <a:r>
            <a:rPr lang="en-US" sz="1400" b="1" kern="1200" dirty="0"/>
            <a:t>:</a:t>
          </a:r>
          <a:br>
            <a:rPr lang="en-US" sz="1400" b="1" kern="1200" dirty="0"/>
          </a:br>
          <a:r>
            <a:rPr lang="en-US" sz="1400" b="0" kern="1200" dirty="0"/>
            <a:t>• Miguel Arredondo</a:t>
          </a:r>
          <a:br>
            <a:rPr lang="en-US" sz="1400" b="0" kern="1200" dirty="0"/>
          </a:br>
          <a:r>
            <a:rPr lang="en-US" sz="1400" b="0" kern="1200" dirty="0"/>
            <a:t>• Nicolás </a:t>
          </a:r>
          <a:r>
            <a:rPr lang="en-US" sz="1400" b="0" kern="1200" dirty="0" err="1"/>
            <a:t>Iturrieta</a:t>
          </a:r>
          <a:endParaRPr lang="en-US" sz="1400" kern="1200" dirty="0"/>
        </a:p>
      </dsp:txBody>
      <dsp:txXfrm>
        <a:off x="506099" y="4520229"/>
        <a:ext cx="5704821" cy="602218"/>
      </dsp:txXfrm>
    </dsp:sp>
    <dsp:sp modelId="{0572BC4B-D137-43FB-BD69-480D4ADFAD32}">
      <dsp:nvSpPr>
        <dsp:cNvPr id="0" name=""/>
        <dsp:cNvSpPr/>
      </dsp:nvSpPr>
      <dsp:spPr>
        <a:xfrm>
          <a:off x="0" y="5273002"/>
          <a:ext cx="6301601" cy="4379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E0B6D-1883-4DB3-86BE-39F3F35BC918}">
      <dsp:nvSpPr>
        <dsp:cNvPr id="0" name=""/>
        <dsp:cNvSpPr/>
      </dsp:nvSpPr>
      <dsp:spPr>
        <a:xfrm>
          <a:off x="132488" y="5371547"/>
          <a:ext cx="241123" cy="240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28A82-642D-43B5-AEF1-A8ADA9B15633}">
      <dsp:nvSpPr>
        <dsp:cNvPr id="0" name=""/>
        <dsp:cNvSpPr/>
      </dsp:nvSpPr>
      <dsp:spPr>
        <a:xfrm>
          <a:off x="506099" y="5273002"/>
          <a:ext cx="5704821" cy="602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35" tIns="63735" rIns="63735" bIns="6373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Fecha: </a:t>
          </a:r>
          <a:r>
            <a:rPr lang="en-US" sz="1400" b="0" kern="1200"/>
            <a:t>Octubre 2026</a:t>
          </a:r>
          <a:endParaRPr lang="en-US" sz="1400" kern="1200"/>
        </a:p>
      </dsp:txBody>
      <dsp:txXfrm>
        <a:off x="506099" y="5273002"/>
        <a:ext cx="5704821" cy="602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8DE17-9DF9-42D0-88BE-0C1B68C6D27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D4D34-11F8-4FE6-9013-7E05CE5C69F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746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D4D34-11F8-4FE6-9013-7E05CE5C69F5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07873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[Tiempo: ~40 seg | Habla: Nicolás </a:t>
            </a:r>
            <a:r>
              <a:rPr dirty="0" err="1"/>
              <a:t>Iturrieta</a:t>
            </a:r>
            <a:r>
              <a:rPr dirty="0"/>
              <a:t>]</a:t>
            </a:r>
          </a:p>
          <a:p>
            <a:r>
              <a:rPr dirty="0" err="1"/>
              <a:t>Continuando</a:t>
            </a:r>
            <a:r>
              <a:rPr dirty="0"/>
              <a:t> con las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caja</a:t>
            </a:r>
            <a:r>
              <a:rPr dirty="0"/>
              <a:t> </a:t>
            </a:r>
            <a:r>
              <a:rPr dirty="0" err="1"/>
              <a:t>blanca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el frontend </a:t>
            </a:r>
            <a:r>
              <a:rPr dirty="0" err="1"/>
              <a:t>implementamos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suite </a:t>
            </a:r>
            <a:r>
              <a:rPr dirty="0" err="1"/>
              <a:t>automatizada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Vitest</a:t>
            </a:r>
            <a:r>
              <a:rPr dirty="0"/>
              <a:t> con 10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aprobados</a:t>
            </a:r>
            <a:r>
              <a:rPr dirty="0"/>
              <a:t> al 100%. </a:t>
            </a:r>
            <a:r>
              <a:rPr dirty="0" err="1"/>
              <a:t>Validamos</a:t>
            </a:r>
            <a:r>
              <a:rPr dirty="0"/>
              <a:t> la </a:t>
            </a:r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de </a:t>
            </a:r>
            <a:r>
              <a:rPr dirty="0" err="1"/>
              <a:t>cálculo</a:t>
            </a:r>
            <a:r>
              <a:rPr dirty="0"/>
              <a:t> del </a:t>
            </a:r>
            <a:r>
              <a:rPr dirty="0" err="1"/>
              <a:t>carrito</a:t>
            </a:r>
            <a:r>
              <a:rPr dirty="0"/>
              <a:t> bajo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límite</a:t>
            </a:r>
            <a:r>
              <a:rPr dirty="0"/>
              <a:t> (</a:t>
            </a:r>
            <a:r>
              <a:rPr dirty="0" err="1"/>
              <a:t>carrito</a:t>
            </a:r>
            <a:r>
              <a:rPr dirty="0"/>
              <a:t> </a:t>
            </a:r>
            <a:r>
              <a:rPr dirty="0" err="1"/>
              <a:t>vacío</a:t>
            </a:r>
            <a:r>
              <a:rPr dirty="0"/>
              <a:t>,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líneas</a:t>
            </a:r>
            <a:r>
              <a:rPr dirty="0"/>
              <a:t> y </a:t>
            </a:r>
            <a:r>
              <a:rPr dirty="0" err="1"/>
              <a:t>valores</a:t>
            </a:r>
            <a:r>
              <a:rPr dirty="0"/>
              <a:t> de smartphones de </a:t>
            </a:r>
            <a:r>
              <a:rPr dirty="0" err="1"/>
              <a:t>alta</a:t>
            </a:r>
            <a:r>
              <a:rPr dirty="0"/>
              <a:t> gama), </a:t>
            </a:r>
            <a:r>
              <a:rPr dirty="0" err="1"/>
              <a:t>vinculada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requerimientos</a:t>
            </a:r>
            <a:r>
              <a:rPr dirty="0"/>
              <a:t> RF14, CP19 y el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ciclomática</a:t>
            </a:r>
            <a:r>
              <a:rPr dirty="0"/>
              <a:t> CP41. </a:t>
            </a:r>
            <a:r>
              <a:rPr dirty="0" err="1"/>
              <a:t>Además</a:t>
            </a:r>
            <a:r>
              <a:rPr dirty="0"/>
              <a:t>, </a:t>
            </a:r>
            <a:r>
              <a:rPr dirty="0" err="1"/>
              <a:t>probamos</a:t>
            </a:r>
            <a:r>
              <a:rPr dirty="0"/>
              <a:t> el </a:t>
            </a:r>
            <a:r>
              <a:rPr dirty="0" err="1"/>
              <a:t>filtrado</a:t>
            </a:r>
            <a:r>
              <a:rPr dirty="0"/>
              <a:t> y </a:t>
            </a:r>
            <a:r>
              <a:rPr dirty="0" err="1"/>
              <a:t>búsqueda</a:t>
            </a:r>
            <a:r>
              <a:rPr dirty="0"/>
              <a:t> de </a:t>
            </a:r>
            <a:r>
              <a:rPr dirty="0" err="1"/>
              <a:t>catálogo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y </a:t>
            </a:r>
            <a:r>
              <a:rPr dirty="0" err="1"/>
              <a:t>marcas</a:t>
            </a:r>
            <a:r>
              <a:rPr dirty="0"/>
              <a:t> (RF11 y RF12), </a:t>
            </a:r>
            <a:r>
              <a:rPr dirty="0" err="1"/>
              <a:t>respondiendo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495 </a:t>
            </a:r>
            <a:r>
              <a:rPr dirty="0" err="1"/>
              <a:t>ms</a:t>
            </a:r>
            <a:r>
              <a:rPr dirty="0"/>
              <a:t> sin </a:t>
            </a:r>
            <a:r>
              <a:rPr dirty="0" err="1"/>
              <a:t>fallos</a:t>
            </a:r>
            <a:r>
              <a:rPr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D4D34-11F8-4FE6-9013-7E05CE5C69F5}" type="slidenum">
              <a:rPr lang="es-419" smtClean="0"/>
              <a:t>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4173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[Tiempo: ~40 seg | Habla: Nicolás Iturrieta]</a:t>
            </a:r>
          </a:p>
          <a:p>
            <a:r>
              <a:t>Para el backend en Spring Boot, implementamos pruebas unitarias directas bajo el framework JUnit 5 y Maven Surefire. Probamos la clase JwtServiceTest con 3 pruebas exitosas (0 fallos). Verificamos la generación criptográfica de tokens HMAC-SHA256, la correcta extracción de roles (CLIENTE, ADMIN, SUPER_ADMIN) y el rechazo seguro de tokens adulterados o expirados, cumpliendo con el estándar de seguridad RNF01.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D4D34-11F8-4FE6-9013-7E05CE5C69F5}" type="slidenum">
              <a:rPr lang="es-419" smtClean="0"/>
              <a:t>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84462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[Tiempo: ~35 seg | Habla: Nicolás Iturrieta]</a:t>
            </a:r>
          </a:p>
          <a:p>
            <a:r>
              <a:t>Para cerrar el bloque de pruebas dinámicas, automatizamos la experiencia de usuario de extremo a extremo (E2E) con Selenium IDE. Ejecutamos la suite 'UsuarioComprador_Ingreso_y_Carrito' con 21 pasos de interacción completados al 100% (Runs: 1, Failures: 0). El robot validó la navegación por el catálogo de productos, la adición reactiva de ítems al carrito, el ajuste de cantidades y la eliminación de productos, certificando que la tienda web responde con total fluidez en navegador real sin errores en la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[Tiempo: ~30 seg | Habla: Miguel Arredondo]</a:t>
            </a:r>
          </a:p>
          <a:p>
            <a:r>
              <a:t>En complemento al análisis estático, corrimos ESLint sobre todo el código TypeScript y React. No se encontraron errores de sintaxis que impidan la ejecución de la tienda. Se detectaron 10 oportunidades de refactorización menor (Code Smells): tipado débil por uso de 'any' en eventos y variables sin uso. Esto nos permitió trazar un plan de mejora continua para migrar a interfaces estrictas en la siguiente iteración.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D4D34-11F8-4FE6-9013-7E05CE5C69F5}" type="slidenum">
              <a:rPr lang="es-419" smtClean="0"/>
              <a:t>5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9277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[Tiempo: ~40 seg | Habla: Miguel Arredondo]</a:t>
            </a:r>
          </a:p>
          <a:p>
            <a:r>
              <a:rPr dirty="0"/>
              <a:t>En la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auditamos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con SonarQube Cloud </a:t>
            </a:r>
            <a:r>
              <a:rPr dirty="0" err="1"/>
              <a:t>integrado</a:t>
            </a:r>
            <a:r>
              <a:rPr dirty="0"/>
              <a:t> a </a:t>
            </a:r>
            <a:r>
              <a:rPr dirty="0" err="1"/>
              <a:t>nuestro</a:t>
            </a:r>
            <a:r>
              <a:rPr dirty="0"/>
              <a:t> </a:t>
            </a:r>
            <a:r>
              <a:rPr dirty="0" err="1"/>
              <a:t>repositorio</a:t>
            </a:r>
            <a:r>
              <a:rPr dirty="0"/>
              <a:t> GitHub. Como se </a:t>
            </a:r>
            <a:r>
              <a:rPr dirty="0" err="1"/>
              <a:t>aprecia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métrica</a:t>
            </a:r>
            <a:r>
              <a:rPr dirty="0"/>
              <a:t>, </a:t>
            </a:r>
            <a:r>
              <a:rPr dirty="0" err="1"/>
              <a:t>obtuvimos</a:t>
            </a:r>
            <a:r>
              <a:rPr dirty="0"/>
              <a:t> un Quality Gate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PASSED.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certifica</a:t>
            </a:r>
            <a:r>
              <a:rPr dirty="0"/>
              <a:t> 0 Bugs </a:t>
            </a:r>
            <a:r>
              <a:rPr dirty="0" err="1"/>
              <a:t>críticos</a:t>
            </a:r>
            <a:r>
              <a:rPr dirty="0"/>
              <a:t>, 0 </a:t>
            </a:r>
            <a:r>
              <a:rPr dirty="0" err="1"/>
              <a:t>vulnerabilidades</a:t>
            </a:r>
            <a:r>
              <a:rPr dirty="0"/>
              <a:t> </a:t>
            </a:r>
            <a:r>
              <a:rPr dirty="0" err="1"/>
              <a:t>nativas</a:t>
            </a:r>
            <a:r>
              <a:rPr dirty="0"/>
              <a:t> y un 0.0%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duplicado</a:t>
            </a:r>
            <a:r>
              <a:rPr dirty="0"/>
              <a:t>, </a:t>
            </a:r>
            <a:r>
              <a:rPr dirty="0" err="1"/>
              <a:t>alcanzando</a:t>
            </a:r>
            <a:r>
              <a:rPr dirty="0"/>
              <a:t> la </a:t>
            </a:r>
            <a:r>
              <a:rPr dirty="0" err="1"/>
              <a:t>máxima</a:t>
            </a:r>
            <a:r>
              <a:rPr dirty="0"/>
              <a:t> </a:t>
            </a:r>
            <a:r>
              <a:rPr dirty="0" err="1"/>
              <a:t>calificación</a:t>
            </a:r>
            <a:r>
              <a:rPr dirty="0"/>
              <a:t> 'A'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Mantenibilidad</a:t>
            </a:r>
            <a:r>
              <a:rPr dirty="0"/>
              <a:t> y 100% de Hotspots de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revisados</a:t>
            </a:r>
            <a:r>
              <a:rPr dirty="0"/>
              <a:t>. Esto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base de </a:t>
            </a:r>
            <a:r>
              <a:rPr dirty="0" err="1"/>
              <a:t>código</a:t>
            </a:r>
            <a:r>
              <a:rPr dirty="0"/>
              <a:t> es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limpia</a:t>
            </a:r>
            <a:r>
              <a:rPr dirty="0"/>
              <a:t>, modular y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[Tiempo: ~45 seg | Habla: Miguel Arredondo]</a:t>
            </a:r>
          </a:p>
          <a:p>
            <a:r>
              <a:t>Pasando al Criterio 4, evaluamos el comportamiento del sistema ante demanda masiva utilizando Apache JMeter sobre el endpoint de catálogo (/api/products). Sometimos el backend desacoplado con MySQL a 50 usuarios concurrentes en ráfaga (500 peticiones en total). Los resultados fueron sobresalientes: una tasa de error de 0.00%, un tiempo de respuesta promedio de apenas 6 ms (muy por debajo de los 2 segundos exigidos por RNF04) y una capacidad de procesamiento (Throughput) sostenida de 50.9 peticiones por segundo sin bloqueos de hilos ni caída del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[Tiempo: ~30 seg | Habla: Miguel Arredondo]</a:t>
            </a:r>
          </a:p>
          <a:p>
            <a:r>
              <a:t>Para llevar el sistema al límite, ejecutamos una prueba de estrés cuadruplicando la demanda a 200 usuarios concurrentes en ráfaga (400 peticiones en 10 segundos). Como se aprecia en el Summary Report, el backend mantuvo una tasa de error de 0.00% y un tiempo de respuesta promedio de apenas 6 ms (mínimo 3 ms y máximo 102 ms). Esto demuestra que la arquitectura Spring Boot con conexión HikariCP a MySQL es altamente resiliente y no colapsa ante picos súbitos de tráfico.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[Tiempo: ~30 seg | Habla: Miguel Arredondo]</a:t>
            </a:r>
          </a:p>
          <a:p>
            <a:r>
              <a:t>Como evidencia adicional, generamos el Dashboard HTML oficial de Apache JMeter. En el gráfico circular de solicitudes se certifica un 100% PASS (0% FAIL). Además, el índice APDEX alcanzó la puntuación perfecta de 1.000 sobre un umbral de tolerancia de 500 ms, lo que garantiza que la experiencia de navegación del cliente final es fluida e instantánea incluso bajo alta concurrencia.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[Tiempo: ~45 seg | Habla: Miguel Arredondo]</a:t>
            </a:r>
          </a:p>
          <a:p>
            <a:r>
              <a:rPr dirty="0"/>
              <a:t>Para el </a:t>
            </a:r>
            <a:r>
              <a:rPr dirty="0" err="1"/>
              <a:t>Criterio</a:t>
            </a:r>
            <a:r>
              <a:rPr dirty="0"/>
              <a:t> 3, con mayor peso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rúbrica</a:t>
            </a:r>
            <a:r>
              <a:rPr dirty="0"/>
              <a:t> (25%), </a:t>
            </a:r>
            <a:r>
              <a:rPr dirty="0" err="1"/>
              <a:t>ejecutamos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auditoría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dinámica</a:t>
            </a:r>
            <a:r>
              <a:rPr dirty="0"/>
              <a:t> con OWASP ZAP contra la </a:t>
            </a:r>
            <a:r>
              <a:rPr dirty="0" err="1"/>
              <a:t>superficie</a:t>
            </a:r>
            <a:r>
              <a:rPr dirty="0"/>
              <a:t> de </a:t>
            </a:r>
            <a:r>
              <a:rPr dirty="0" err="1"/>
              <a:t>ataque</a:t>
            </a:r>
            <a:r>
              <a:rPr dirty="0"/>
              <a:t> de la API REST </a:t>
            </a:r>
            <a:r>
              <a:rPr dirty="0" err="1"/>
              <a:t>expuesta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Swagger. El </a:t>
            </a:r>
            <a:r>
              <a:rPr dirty="0" err="1"/>
              <a:t>escáner</a:t>
            </a:r>
            <a:r>
              <a:rPr dirty="0"/>
              <a:t> no </a:t>
            </a:r>
            <a:r>
              <a:rPr dirty="0" err="1"/>
              <a:t>detectó</a:t>
            </a:r>
            <a:r>
              <a:rPr dirty="0"/>
              <a:t> </a:t>
            </a:r>
            <a:r>
              <a:rPr dirty="0" err="1"/>
              <a:t>ninguna</a:t>
            </a:r>
            <a:r>
              <a:rPr dirty="0"/>
              <a:t> </a:t>
            </a:r>
            <a:r>
              <a:rPr dirty="0" err="1"/>
              <a:t>vulnerabilidad</a:t>
            </a:r>
            <a:r>
              <a:rPr dirty="0"/>
              <a:t> de </a:t>
            </a:r>
            <a:r>
              <a:rPr dirty="0" err="1"/>
              <a:t>severidad</a:t>
            </a:r>
            <a:r>
              <a:rPr dirty="0"/>
              <a:t> ALTA (0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rojas</a:t>
            </a:r>
            <a:r>
              <a:rPr dirty="0"/>
              <a:t>), </a:t>
            </a:r>
            <a:r>
              <a:rPr dirty="0" err="1"/>
              <a:t>descartando</a:t>
            </a:r>
            <a:r>
              <a:rPr dirty="0"/>
              <a:t> </a:t>
            </a:r>
            <a:r>
              <a:rPr dirty="0" err="1"/>
              <a:t>fallas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inyecciones</a:t>
            </a:r>
            <a:r>
              <a:rPr dirty="0"/>
              <a:t> SQL o </a:t>
            </a:r>
            <a:r>
              <a:rPr dirty="0" err="1"/>
              <a:t>accesos</a:t>
            </a:r>
            <a:r>
              <a:rPr dirty="0"/>
              <a:t> </a:t>
            </a:r>
            <a:r>
              <a:rPr dirty="0" err="1"/>
              <a:t>indebidos</a:t>
            </a:r>
            <a:r>
              <a:rPr dirty="0"/>
              <a:t> a </a:t>
            </a:r>
            <a:r>
              <a:rPr dirty="0" err="1"/>
              <a:t>datos</a:t>
            </a:r>
            <a:r>
              <a:rPr dirty="0"/>
              <a:t>. Se </a:t>
            </a:r>
            <a:r>
              <a:rPr dirty="0" err="1"/>
              <a:t>registraron</a:t>
            </a:r>
            <a:r>
              <a:rPr dirty="0"/>
              <a:t> 2 </a:t>
            </a:r>
            <a:r>
              <a:rPr dirty="0" err="1"/>
              <a:t>alertas</a:t>
            </a:r>
            <a:r>
              <a:rPr dirty="0"/>
              <a:t> de </a:t>
            </a:r>
            <a:r>
              <a:rPr dirty="0" err="1"/>
              <a:t>nivel</a:t>
            </a:r>
            <a:r>
              <a:rPr dirty="0"/>
              <a:t> Medio </a:t>
            </a:r>
            <a:r>
              <a:rPr dirty="0" err="1"/>
              <a:t>asociadas</a:t>
            </a:r>
            <a:r>
              <a:rPr dirty="0"/>
              <a:t> a la </a:t>
            </a:r>
            <a:r>
              <a:rPr dirty="0" err="1"/>
              <a:t>falta</a:t>
            </a:r>
            <a:r>
              <a:rPr dirty="0"/>
              <a:t> de la cabecera Content Security Policy (CSP) </a:t>
            </a:r>
            <a:r>
              <a:rPr dirty="0" err="1"/>
              <a:t>en</a:t>
            </a:r>
            <a:r>
              <a:rPr dirty="0"/>
              <a:t> Spring Boot y </a:t>
            </a:r>
            <a:r>
              <a:rPr dirty="0" err="1"/>
              <a:t>versiones</a:t>
            </a:r>
            <a:r>
              <a:rPr dirty="0"/>
              <a:t> de </a:t>
            </a:r>
            <a:r>
              <a:rPr dirty="0" err="1"/>
              <a:t>librerías</a:t>
            </a:r>
            <a:r>
              <a:rPr dirty="0"/>
              <a:t> de </a:t>
            </a:r>
            <a:r>
              <a:rPr dirty="0" err="1"/>
              <a:t>interfaz</a:t>
            </a:r>
            <a:r>
              <a:rPr dirty="0"/>
              <a:t>, las </a:t>
            </a:r>
            <a:r>
              <a:rPr dirty="0" err="1"/>
              <a:t>cuales</a:t>
            </a:r>
            <a:r>
              <a:rPr dirty="0"/>
              <a:t> </a:t>
            </a:r>
            <a:r>
              <a:rPr dirty="0" err="1"/>
              <a:t>documentamos</a:t>
            </a:r>
            <a:r>
              <a:rPr dirty="0"/>
              <a:t> con sus </a:t>
            </a:r>
            <a:r>
              <a:rPr dirty="0" err="1"/>
              <a:t>recomendaciones</a:t>
            </a:r>
            <a:r>
              <a:rPr dirty="0"/>
              <a:t> de </a:t>
            </a:r>
            <a:r>
              <a:rPr dirty="0" err="1"/>
              <a:t>remediación</a:t>
            </a:r>
            <a:r>
              <a:rPr dirty="0"/>
              <a:t> </a:t>
            </a:r>
            <a:r>
              <a:rPr dirty="0" err="1"/>
              <a:t>inmediata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[Tiempo: ~45 seg | Hablan ambos integrantes]</a:t>
            </a:r>
          </a:p>
          <a:p>
            <a:r>
              <a:t>En conclusión profesor, a través del uso de herramientas recomendadas por la industria (ESLint, SonarQube, Vitest, JUnit, JMeter y OWASP ZAP) hemos validado que Tienda MoAr es una solución de software madura, rápida, mantenible y segura. Los resultados obtenidos confirman el cumplimiento estricto de los requerimientos funcionales y no funcionales de la asignatura. Muchas gracias por su atención.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FA3D8-A44E-E982-E7A0-BA40E8293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39CF9-5D27-91E0-9BB0-7C07426C5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3B718-8E81-FAB7-DA02-74DB6581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60984C-8BD8-7E3C-3199-2350A5A3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324D0D-EE65-0D9B-5192-3EEB5E7C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8957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EFC8E-916A-40CA-D73E-80AA0CCF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A55550-A81F-1406-362F-8485D95E9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079E72-2275-DF3C-489C-29E5E3948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676C7-7335-BE35-59DB-19A6318A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B93E1-DAC9-C4B1-04DE-663CCEA7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0992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ED9CA-3F0D-0EE4-CB5F-F466F508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791268-4E69-C61F-2502-C95C9E52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33BD4D-7C53-CE60-BC12-25A5B3CF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0CD449-200F-42D4-267D-10EE40B1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0578D-D715-CDDC-E9A4-58B71D1C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00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6AD39-E0F5-4B4A-6B4E-EFB846CD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B44749-64B0-69E4-9D76-ED7CDAA6C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C5C501-CB7C-47A3-4439-304AFCC1F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0D4EB7-0C05-E09E-C785-1EB973E1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978E56-DB3F-3FE3-D31C-0F90D340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DDA3A-895E-94AB-2F2B-0C84CD6B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548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310CB-6E5A-BD69-7F5C-68F176E5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72ACE6-3EEF-E167-2C81-132810C7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AD3802-5285-96ED-A92B-10FE9B462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4DC02B-E169-C3B8-BD54-9F999CD9E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A08602-4911-416B-C86A-BB07F9566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EB2DD4-0323-BD91-B181-F2C0A4AB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6E9B7D-ACEF-6DA1-0D24-AAB7B6E3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FE418E-91AB-ED54-3B0D-71289B61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3771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DF4B2-A211-ACBA-F2A7-6D9BA559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6C3F06-D97C-5DAB-78E1-882A5DA0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E5A6BF-27C7-2D08-DF99-571420FE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EC38B9-E2A2-C631-8D5D-6431D265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7487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1D9F22-9718-EC7B-E3B6-938DD108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22B614-60BA-4263-0CA6-78C75FB5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EE7CF0-5159-586B-6B6F-B6DA6D1D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6609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26174-C122-88E7-6BF8-00EFD706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426CE-EC0E-26FC-BABB-1BFAA517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D917D8-1787-0629-B029-6132358E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E2142E-DA2D-FDA5-784E-A252DC18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10ADDE-50B0-D26B-E513-C726F894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E5D065-1AD8-5690-8364-AB63C3AA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1104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A06F6-06F9-7C29-0330-A1CF16BB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FDE3BD-4A79-9F20-3D23-6D12B21526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70791C-5E7B-D81A-34BC-E5B319F2D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45B254-D7B1-2EB1-AF97-EA24BD7C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D4C88-BDB9-C8E6-48CC-450BE477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7246C4-801A-C18C-8B2A-9177B37E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687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C7FF3-46F8-E337-22CE-0E7C569C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CAE684-ECF5-777F-92B5-5E02AA938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C1F54-DE12-9141-6E29-D8E88C16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33E2E-087C-958B-24E3-E9B7174A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CF9F40-F906-4EC6-36E6-F3B5EB77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833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C4D50E-7C99-B0DD-5C98-5D83C76C8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D1FD07-40D2-1704-BE85-07626CF80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B0254F-4DB2-8EF7-9FBF-235F658C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7058C-FE61-DD56-517C-7E2B1061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3D3F21-74B8-DDE3-A72B-F137D354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7451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3843E6-08C4-9312-7E5F-EB72D581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1C3CA2-91F8-B603-8ED2-2C6C67123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F4012-1CA4-6FA5-558F-6B0D06B37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22665-090C-41AB-A3BC-B6317FB7F78A}" type="datetimeFigureOut">
              <a:rPr lang="es-419" smtClean="0"/>
              <a:t>21/10/2026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C68F8E-9D6F-088F-F416-F7F23330F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B30956-0EBD-8425-B4E1-50F8D884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6CF10-13D7-418D-BCB9-72AEFEE5E38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075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Box 36">
            <a:extLst>
              <a:ext uri="{FF2B5EF4-FFF2-40B4-BE49-F238E27FC236}">
                <a16:creationId xmlns:a16="http://schemas.microsoft.com/office/drawing/2014/main" id="{6FABED55-86FE-D2C5-9828-A14EBE6388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797069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6D72D429-553C-74B2-A615-24458AB66A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7" y="3290463"/>
            <a:ext cx="2412658" cy="31808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0E2FDE0-9763-74C8-BBE9-0F629589B1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6" y="1072976"/>
            <a:ext cx="4321598" cy="195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5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Pruebas Unitarias Frontend: Vitest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Cálculo de Carrito y Búsqueda de Catálogo</a:t>
            </a:r>
            <a:endParaRPr lang="en-US" sz="3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81EB9F-146F-FB74-58FA-7EE1FCFBD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250" y="1966293"/>
            <a:ext cx="973149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1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7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7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Pruebas Unitarias Backend: JUnit 5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 y Validación Criptográfica JWT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933D57-D706-5DA7-BFC7-9594176BB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866" y="1966293"/>
            <a:ext cx="742026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7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elenium_Comprador_LoginCar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4" y="1463445"/>
            <a:ext cx="5260976" cy="45112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81824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Pruebas Funcionales Automatizadas: Selenium IDE</a:t>
            </a: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Pruebas Dinámicas E2E — Flujo Completo del Comprador (21/21 Pasos 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Inspección Estática Frontend: ESLint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Detección de Code Smells y Buenas Prácticas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701812-41FB-E9C0-146B-D9EECA8D0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634835"/>
            <a:ext cx="11327549" cy="31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Inspección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Estática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SonarQube Cloud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Calidad,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Deuda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Técnica y Quality Gate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7012EA-E09F-9EE3-5C30-CF91531AD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54" y="1966293"/>
            <a:ext cx="989369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3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Pruebas de Carga y Rendimiento: Apache JMeter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Report (500 Muestras, 50 Usuarios Concurrentes)</a:t>
            </a:r>
          </a:p>
        </p:txBody>
      </p:sp>
      <p:pic>
        <p:nvPicPr>
          <p:cNvPr id="3" name="Picture 2" descr="jmeter - reporte resu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306437"/>
            <a:ext cx="7225748" cy="4245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Pruebas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Estrés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con Alta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Concurrencia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Apache JMeter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200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Concurrentes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Ráfaga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(400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Muestras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0.00% Error)</a:t>
            </a:r>
          </a:p>
        </p:txBody>
      </p:sp>
      <p:pic>
        <p:nvPicPr>
          <p:cNvPr id="3" name="Picture 2" descr="Jmeter - reporte estres 200 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92" y="1966293"/>
            <a:ext cx="7845215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Métricas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Ejecutivas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Rendimiento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APDEX &amp; Dashboard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Índice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Satisfacción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(APDEX 1.000)</a:t>
            </a:r>
          </a:p>
        </p:txBody>
      </p:sp>
      <p:pic>
        <p:nvPicPr>
          <p:cNvPr id="3" name="Picture 2" descr="Jmeter - Dashboard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17" y="1966293"/>
            <a:ext cx="10176364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Pruebas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Vulnerabilidades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OWASP ZAP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Escaneo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Automatizado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DAST contra API REST</a:t>
            </a:r>
          </a:p>
        </p:txBody>
      </p:sp>
      <p:pic>
        <p:nvPicPr>
          <p:cNvPr id="3" name="Picture 2" descr="Zap -Alertas (banderas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5" y="2224211"/>
            <a:ext cx="11327549" cy="39363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 b="1">
                <a:solidFill>
                  <a:srgbClr val="1A365D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Conclusiones del Proceso de Testing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300">
                <a:solidFill>
                  <a:srgbClr val="718096"/>
                </a:solidFill>
                <a:latin typeface="Arial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Síntesis de Calidad de Software Tienda MoAr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 sz="1800" b="1">
                <a:solidFill>
                  <a:srgbClr val="1A365D"/>
                </a:solidFill>
              </a:defRPr>
            </a:pPr>
            <a:r>
              <a:rPr lang="en-US" sz="1600"/>
              <a:t>Principales Logros del Proceso de Aseguramiento de Calidad: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Arquitectura Monorepo Robusta: </a:t>
            </a:r>
            <a:r>
              <a:rPr lang="en-US" sz="1600"/>
              <a:t>Separación limpia de responsabilidades (Frontend React + Backend Spring Boot 3 + MySQL) facilitando pruebas aisladas e integradas.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100% en Pruebas Unitarias: </a:t>
            </a:r>
            <a:r>
              <a:rPr lang="en-US" sz="1600"/>
              <a:t>10 casos en Vitest y 3 en JUnit 5 sin fallos, blindando la lógica de carrito, búsqueda y seguridad JWT.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Alta Mantenibilidad: </a:t>
            </a:r>
            <a:r>
              <a:rPr lang="en-US" sz="1600"/>
              <a:t>Quality Gate Passed en SonarQube Cloud con 0 Bugs y 0.0% duplicación de código.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Rendimiento Excepcional: </a:t>
            </a:r>
            <a:r>
              <a:rPr lang="en-US" sz="1600"/>
              <a:t>500 peticiones en JMeter con 0% de error, respuesta promedio de 7 ms y APDEX 1.000.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Seguridad Comprobada: </a:t>
            </a:r>
            <a:r>
              <a:rPr lang="en-US" sz="1600"/>
              <a:t>0 vulnerabilidades críticas en OWASP ZAP, con control de acceso por roles verificado.</a:t>
            </a:r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✔  Dictamen Final: </a:t>
            </a:r>
            <a:r>
              <a:rPr lang="en-US" sz="1600"/>
              <a:t>El software Tienda MoAr cumple a cabalidad con los 18 RF y 16 RNF, aprobándose para su paso a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1322</Words>
  <Application>Microsoft Office PowerPoint</Application>
  <PresentationFormat>Panorámica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Arredondo Vargas</dc:creator>
  <cp:lastModifiedBy>Miguel Arredondo Vargas</cp:lastModifiedBy>
  <cp:revision>5</cp:revision>
  <dcterms:created xsi:type="dcterms:W3CDTF">2026-10-20T20:05:57Z</dcterms:created>
  <dcterms:modified xsi:type="dcterms:W3CDTF">2026-10-21T19:11:03Z</dcterms:modified>
</cp:coreProperties>
</file>