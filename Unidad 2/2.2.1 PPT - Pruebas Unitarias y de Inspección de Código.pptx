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7"/>
  </p:notesMasterIdLst>
  <p:sldIdLst>
    <p:sldId id="261" r:id="rId5"/>
    <p:sldId id="337" r:id="rId6"/>
    <p:sldId id="421" r:id="rId7"/>
    <p:sldId id="442" r:id="rId8"/>
    <p:sldId id="441" r:id="rId9"/>
    <p:sldId id="270" r:id="rId10"/>
    <p:sldId id="379" r:id="rId11"/>
    <p:sldId id="451" r:id="rId12"/>
    <p:sldId id="452" r:id="rId13"/>
    <p:sldId id="453" r:id="rId14"/>
    <p:sldId id="454" r:id="rId15"/>
    <p:sldId id="455" r:id="rId16"/>
    <p:sldId id="425" r:id="rId17"/>
    <p:sldId id="341" r:id="rId18"/>
    <p:sldId id="456" r:id="rId19"/>
    <p:sldId id="457" r:id="rId20"/>
    <p:sldId id="458" r:id="rId21"/>
    <p:sldId id="332" r:id="rId22"/>
    <p:sldId id="342" r:id="rId23"/>
    <p:sldId id="334" r:id="rId24"/>
    <p:sldId id="343" r:id="rId25"/>
    <p:sldId id="460" r:id="rId26"/>
  </p:sldIdLst>
  <p:sldSz cx="20104100" cy="11309350"/>
  <p:notesSz cx="20104100" cy="113093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7CE1"/>
    <a:srgbClr val="EF7821"/>
    <a:srgbClr val="C2D501"/>
    <a:srgbClr val="DB0532"/>
    <a:srgbClr val="B14EC4"/>
    <a:srgbClr val="FF595A"/>
    <a:srgbClr val="D39F17"/>
    <a:srgbClr val="58C0E9"/>
    <a:srgbClr val="DC0031"/>
    <a:srgbClr val="C4D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EA7DB0-4CD1-29F5-B8A8-92F24E500D76}" v="164" dt="2024-01-15T15:51:33.564"/>
    <p1510:client id="{E671756F-3C12-EC66-12BD-B8EA57AFD1D0}" v="711" dt="2023-12-28T19:46:11.952"/>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p:restoredLeft sz="0" autoAdjust="0"/>
    <p:restoredTop sz="86065" autoAdjust="0"/>
  </p:normalViewPr>
  <p:slideViewPr>
    <p:cSldViewPr>
      <p:cViewPr varScale="1">
        <p:scale>
          <a:sx n="45" d="100"/>
          <a:sy n="45" d="100"/>
        </p:scale>
        <p:origin x="90" y="273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lipe Nova R." userId="S::fnovar@duoc.cl::de2c8997-0eba-4ec6-b19d-668cbf3ee05a" providerId="AD" clId="Web-{E671756F-3C12-EC66-12BD-B8EA57AFD1D0}"/>
    <pc:docChg chg="addSld delSld modSld">
      <pc:chgData name="Felipe Nova R." userId="S::fnovar@duoc.cl::de2c8997-0eba-4ec6-b19d-668cbf3ee05a" providerId="AD" clId="Web-{E671756F-3C12-EC66-12BD-B8EA57AFD1D0}" dt="2023-12-28T19:46:11.952" v="488"/>
      <pc:docMkLst>
        <pc:docMk/>
      </pc:docMkLst>
      <pc:sldChg chg="modSp">
        <pc:chgData name="Felipe Nova R." userId="S::fnovar@duoc.cl::de2c8997-0eba-4ec6-b19d-668cbf3ee05a" providerId="AD" clId="Web-{E671756F-3C12-EC66-12BD-B8EA57AFD1D0}" dt="2023-12-28T19:15:01.840" v="4" actId="1076"/>
        <pc:sldMkLst>
          <pc:docMk/>
          <pc:sldMk cId="3642932644" sldId="261"/>
        </pc:sldMkLst>
        <pc:spChg chg="mod">
          <ac:chgData name="Felipe Nova R." userId="S::fnovar@duoc.cl::de2c8997-0eba-4ec6-b19d-668cbf3ee05a" providerId="AD" clId="Web-{E671756F-3C12-EC66-12BD-B8EA57AFD1D0}" dt="2023-12-28T19:14:56.434" v="3" actId="1076"/>
          <ac:spMkLst>
            <pc:docMk/>
            <pc:sldMk cId="3642932644" sldId="261"/>
            <ac:spMk id="2" creationId="{9570841C-0ACF-DE6F-43AC-3E3396A2923B}"/>
          </ac:spMkLst>
        </pc:spChg>
        <pc:spChg chg="mod">
          <ac:chgData name="Felipe Nova R." userId="S::fnovar@duoc.cl::de2c8997-0eba-4ec6-b19d-668cbf3ee05a" providerId="AD" clId="Web-{E671756F-3C12-EC66-12BD-B8EA57AFD1D0}" dt="2023-12-28T19:15:01.840" v="4" actId="1076"/>
          <ac:spMkLst>
            <pc:docMk/>
            <pc:sldMk cId="3642932644" sldId="261"/>
            <ac:spMk id="3" creationId="{B839BAB8-5980-04D6-9003-ABBE79FC69B7}"/>
          </ac:spMkLst>
        </pc:spChg>
      </pc:sldChg>
      <pc:sldChg chg="addSp delSp modSp">
        <pc:chgData name="Felipe Nova R." userId="S::fnovar@duoc.cl::de2c8997-0eba-4ec6-b19d-668cbf3ee05a" providerId="AD" clId="Web-{E671756F-3C12-EC66-12BD-B8EA57AFD1D0}" dt="2023-12-28T19:19:16.128" v="81" actId="1076"/>
        <pc:sldMkLst>
          <pc:docMk/>
          <pc:sldMk cId="2257653637" sldId="270"/>
        </pc:sldMkLst>
        <pc:spChg chg="del">
          <ac:chgData name="Felipe Nova R." userId="S::fnovar@duoc.cl::de2c8997-0eba-4ec6-b19d-668cbf3ee05a" providerId="AD" clId="Web-{E671756F-3C12-EC66-12BD-B8EA57AFD1D0}" dt="2023-12-28T19:19:05.440" v="74"/>
          <ac:spMkLst>
            <pc:docMk/>
            <pc:sldMk cId="2257653637" sldId="270"/>
            <ac:spMk id="2" creationId="{C8025BEF-C6CB-D142-BFA0-F95C5E30AC13}"/>
          </ac:spMkLst>
        </pc:spChg>
        <pc:spChg chg="del">
          <ac:chgData name="Felipe Nova R." userId="S::fnovar@duoc.cl::de2c8997-0eba-4ec6-b19d-668cbf3ee05a" providerId="AD" clId="Web-{E671756F-3C12-EC66-12BD-B8EA57AFD1D0}" dt="2023-12-28T19:19:08.003" v="75"/>
          <ac:spMkLst>
            <pc:docMk/>
            <pc:sldMk cId="2257653637" sldId="270"/>
            <ac:spMk id="3" creationId="{94FE4634-98DF-A44A-92BF-86BBAE37A404}"/>
          </ac:spMkLst>
        </pc:spChg>
        <pc:spChg chg="mod">
          <ac:chgData name="Felipe Nova R." userId="S::fnovar@duoc.cl::de2c8997-0eba-4ec6-b19d-668cbf3ee05a" providerId="AD" clId="Web-{E671756F-3C12-EC66-12BD-B8EA57AFD1D0}" dt="2023-12-28T19:19:16.128" v="81" actId="1076"/>
          <ac:spMkLst>
            <pc:docMk/>
            <pc:sldMk cId="2257653637" sldId="270"/>
            <ac:spMk id="4" creationId="{8B7ACE31-74A9-95B3-1599-372FB822D0E6}"/>
          </ac:spMkLst>
        </pc:spChg>
        <pc:spChg chg="add del mod">
          <ac:chgData name="Felipe Nova R." userId="S::fnovar@duoc.cl::de2c8997-0eba-4ec6-b19d-668cbf3ee05a" providerId="AD" clId="Web-{E671756F-3C12-EC66-12BD-B8EA57AFD1D0}" dt="2023-12-28T19:19:10.003" v="76"/>
          <ac:spMkLst>
            <pc:docMk/>
            <pc:sldMk cId="2257653637" sldId="270"/>
            <ac:spMk id="6" creationId="{315EC989-05A3-50E1-C0EB-91C1F871EC18}"/>
          </ac:spMkLst>
        </pc:spChg>
      </pc:sldChg>
      <pc:sldChg chg="del">
        <pc:chgData name="Felipe Nova R." userId="S::fnovar@duoc.cl::de2c8997-0eba-4ec6-b19d-668cbf3ee05a" providerId="AD" clId="Web-{E671756F-3C12-EC66-12BD-B8EA57AFD1D0}" dt="2023-12-28T19:38:52.706" v="276"/>
        <pc:sldMkLst>
          <pc:docMk/>
          <pc:sldMk cId="3735245215" sldId="327"/>
        </pc:sldMkLst>
      </pc:sldChg>
      <pc:sldChg chg="delSp modSp">
        <pc:chgData name="Felipe Nova R." userId="S::fnovar@duoc.cl::de2c8997-0eba-4ec6-b19d-668cbf3ee05a" providerId="AD" clId="Web-{E671756F-3C12-EC66-12BD-B8EA57AFD1D0}" dt="2023-12-28T19:43:09.322" v="431" actId="1076"/>
        <pc:sldMkLst>
          <pc:docMk/>
          <pc:sldMk cId="1520246413" sldId="332"/>
        </pc:sldMkLst>
        <pc:spChg chg="mod">
          <ac:chgData name="Felipe Nova R." userId="S::fnovar@duoc.cl::de2c8997-0eba-4ec6-b19d-668cbf3ee05a" providerId="AD" clId="Web-{E671756F-3C12-EC66-12BD-B8EA57AFD1D0}" dt="2023-12-28T19:43:09.322" v="431" actId="1076"/>
          <ac:spMkLst>
            <pc:docMk/>
            <pc:sldMk cId="1520246413" sldId="332"/>
            <ac:spMk id="2" creationId="{E07D15BE-E3B2-F743-9878-F149B7D92C0C}"/>
          </ac:spMkLst>
        </pc:spChg>
        <pc:spChg chg="del">
          <ac:chgData name="Felipe Nova R." userId="S::fnovar@duoc.cl::de2c8997-0eba-4ec6-b19d-668cbf3ee05a" providerId="AD" clId="Web-{E671756F-3C12-EC66-12BD-B8EA57AFD1D0}" dt="2023-12-28T19:42:59.791" v="428"/>
          <ac:spMkLst>
            <pc:docMk/>
            <pc:sldMk cId="1520246413" sldId="332"/>
            <ac:spMk id="3" creationId="{9224DE7A-4464-F54B-B074-7663E7D43917}"/>
          </ac:spMkLst>
        </pc:spChg>
      </pc:sldChg>
      <pc:sldChg chg="delSp modSp">
        <pc:chgData name="Felipe Nova R." userId="S::fnovar@duoc.cl::de2c8997-0eba-4ec6-b19d-668cbf3ee05a" providerId="AD" clId="Web-{E671756F-3C12-EC66-12BD-B8EA57AFD1D0}" dt="2023-12-28T19:44:41.840" v="449" actId="1076"/>
        <pc:sldMkLst>
          <pc:docMk/>
          <pc:sldMk cId="979712662" sldId="334"/>
        </pc:sldMkLst>
        <pc:spChg chg="del">
          <ac:chgData name="Felipe Nova R." userId="S::fnovar@duoc.cl::de2c8997-0eba-4ec6-b19d-668cbf3ee05a" providerId="AD" clId="Web-{E671756F-3C12-EC66-12BD-B8EA57AFD1D0}" dt="2023-12-28T19:44:33.668" v="443"/>
          <ac:spMkLst>
            <pc:docMk/>
            <pc:sldMk cId="979712662" sldId="334"/>
            <ac:spMk id="3" creationId="{F82F6FD6-1C73-614C-9E43-C2B06CB79187}"/>
          </ac:spMkLst>
        </pc:spChg>
        <pc:spChg chg="mod">
          <ac:chgData name="Felipe Nova R." userId="S::fnovar@duoc.cl::de2c8997-0eba-4ec6-b19d-668cbf3ee05a" providerId="AD" clId="Web-{E671756F-3C12-EC66-12BD-B8EA57AFD1D0}" dt="2023-12-28T19:44:41.840" v="449" actId="1076"/>
          <ac:spMkLst>
            <pc:docMk/>
            <pc:sldMk cId="979712662" sldId="334"/>
            <ac:spMk id="6" creationId="{D85EFAEF-A11B-A149-9B79-BE1A1D0330C0}"/>
          </ac:spMkLst>
        </pc:spChg>
      </pc:sldChg>
      <pc:sldChg chg="delSp modSp">
        <pc:chgData name="Felipe Nova R." userId="S::fnovar@duoc.cl::de2c8997-0eba-4ec6-b19d-668cbf3ee05a" providerId="AD" clId="Web-{E671756F-3C12-EC66-12BD-B8EA57AFD1D0}" dt="2023-12-28T19:17:14.765" v="55" actId="1076"/>
        <pc:sldMkLst>
          <pc:docMk/>
          <pc:sldMk cId="3979444189" sldId="337"/>
        </pc:sldMkLst>
        <pc:spChg chg="del">
          <ac:chgData name="Felipe Nova R." userId="S::fnovar@duoc.cl::de2c8997-0eba-4ec6-b19d-668cbf3ee05a" providerId="AD" clId="Web-{E671756F-3C12-EC66-12BD-B8EA57AFD1D0}" dt="2023-12-28T19:16:37.561" v="44"/>
          <ac:spMkLst>
            <pc:docMk/>
            <pc:sldMk cId="3979444189" sldId="337"/>
            <ac:spMk id="2" creationId="{742CB9A8-3F8A-B668-ED24-0AA7761B81B1}"/>
          </ac:spMkLst>
        </pc:spChg>
        <pc:spChg chg="mod">
          <ac:chgData name="Felipe Nova R." userId="S::fnovar@duoc.cl::de2c8997-0eba-4ec6-b19d-668cbf3ee05a" providerId="AD" clId="Web-{E671756F-3C12-EC66-12BD-B8EA57AFD1D0}" dt="2023-12-28T19:17:14.765" v="55" actId="1076"/>
          <ac:spMkLst>
            <pc:docMk/>
            <pc:sldMk cId="3979444189" sldId="337"/>
            <ac:spMk id="3" creationId="{FFB337F0-2FCC-924F-952C-07C673B763B0}"/>
          </ac:spMkLst>
        </pc:spChg>
        <pc:spChg chg="del">
          <ac:chgData name="Felipe Nova R." userId="S::fnovar@duoc.cl::de2c8997-0eba-4ec6-b19d-668cbf3ee05a" providerId="AD" clId="Web-{E671756F-3C12-EC66-12BD-B8EA57AFD1D0}" dt="2023-12-28T19:16:37.561" v="43"/>
          <ac:spMkLst>
            <pc:docMk/>
            <pc:sldMk cId="3979444189" sldId="337"/>
            <ac:spMk id="4" creationId="{7447E213-8CB4-3809-6F37-C42FC2C1CC1D}"/>
          </ac:spMkLst>
        </pc:spChg>
        <pc:spChg chg="mod">
          <ac:chgData name="Felipe Nova R." userId="S::fnovar@duoc.cl::de2c8997-0eba-4ec6-b19d-668cbf3ee05a" providerId="AD" clId="Web-{E671756F-3C12-EC66-12BD-B8EA57AFD1D0}" dt="2023-12-28T19:17:08.656" v="52" actId="1076"/>
          <ac:spMkLst>
            <pc:docMk/>
            <pc:sldMk cId="3979444189" sldId="337"/>
            <ac:spMk id="12" creationId="{BB375BB0-38DE-5947-A049-E37CBB392147}"/>
          </ac:spMkLst>
        </pc:spChg>
        <pc:spChg chg="mod">
          <ac:chgData name="Felipe Nova R." userId="S::fnovar@duoc.cl::de2c8997-0eba-4ec6-b19d-668cbf3ee05a" providerId="AD" clId="Web-{E671756F-3C12-EC66-12BD-B8EA57AFD1D0}" dt="2023-12-28T19:16:56.765" v="49" actId="1076"/>
          <ac:spMkLst>
            <pc:docMk/>
            <pc:sldMk cId="3979444189" sldId="337"/>
            <ac:spMk id="13" creationId="{EE8DCEDB-0701-9E4F-B841-31F2AEF95FCF}"/>
          </ac:spMkLst>
        </pc:spChg>
        <pc:spChg chg="mod">
          <ac:chgData name="Felipe Nova R." userId="S::fnovar@duoc.cl::de2c8997-0eba-4ec6-b19d-668cbf3ee05a" providerId="AD" clId="Web-{E671756F-3C12-EC66-12BD-B8EA57AFD1D0}" dt="2023-12-28T19:17:08.687" v="53" actId="1076"/>
          <ac:spMkLst>
            <pc:docMk/>
            <pc:sldMk cId="3979444189" sldId="337"/>
            <ac:spMk id="14" creationId="{D2775DA9-AA36-2B46-A647-A78656981246}"/>
          </ac:spMkLst>
        </pc:spChg>
        <pc:spChg chg="mod">
          <ac:chgData name="Felipe Nova R." userId="S::fnovar@duoc.cl::de2c8997-0eba-4ec6-b19d-668cbf3ee05a" providerId="AD" clId="Web-{E671756F-3C12-EC66-12BD-B8EA57AFD1D0}" dt="2023-12-28T19:16:56.749" v="48" actId="1076"/>
          <ac:spMkLst>
            <pc:docMk/>
            <pc:sldMk cId="3979444189" sldId="337"/>
            <ac:spMk id="15" creationId="{AC1579C5-4858-4D42-8518-8DA881E7E42D}"/>
          </ac:spMkLst>
        </pc:spChg>
        <pc:spChg chg="mod">
          <ac:chgData name="Felipe Nova R." userId="S::fnovar@duoc.cl::de2c8997-0eba-4ec6-b19d-668cbf3ee05a" providerId="AD" clId="Web-{E671756F-3C12-EC66-12BD-B8EA57AFD1D0}" dt="2023-12-28T19:17:04.812" v="50" actId="1076"/>
          <ac:spMkLst>
            <pc:docMk/>
            <pc:sldMk cId="3979444189" sldId="337"/>
            <ac:spMk id="16" creationId="{5AD2299A-27D1-AA45-A043-C0D64B734853}"/>
          </ac:spMkLst>
        </pc:spChg>
        <pc:spChg chg="del">
          <ac:chgData name="Felipe Nova R." userId="S::fnovar@duoc.cl::de2c8997-0eba-4ec6-b19d-668cbf3ee05a" providerId="AD" clId="Web-{E671756F-3C12-EC66-12BD-B8EA57AFD1D0}" dt="2023-12-28T19:16:37.561" v="46"/>
          <ac:spMkLst>
            <pc:docMk/>
            <pc:sldMk cId="3979444189" sldId="337"/>
            <ac:spMk id="17" creationId="{B7BC9C2C-1609-FF42-8176-8EB1FA8D8551}"/>
          </ac:spMkLst>
        </pc:spChg>
        <pc:spChg chg="mod">
          <ac:chgData name="Felipe Nova R." userId="S::fnovar@duoc.cl::de2c8997-0eba-4ec6-b19d-668cbf3ee05a" providerId="AD" clId="Web-{E671756F-3C12-EC66-12BD-B8EA57AFD1D0}" dt="2023-12-28T19:17:04.812" v="51" actId="1076"/>
          <ac:spMkLst>
            <pc:docMk/>
            <pc:sldMk cId="3979444189" sldId="337"/>
            <ac:spMk id="18" creationId="{5FEE1E9F-D6A8-614C-BB95-3AFA463327D0}"/>
          </ac:spMkLst>
        </pc:spChg>
        <pc:spChg chg="del">
          <ac:chgData name="Felipe Nova R." userId="S::fnovar@duoc.cl::de2c8997-0eba-4ec6-b19d-668cbf3ee05a" providerId="AD" clId="Web-{E671756F-3C12-EC66-12BD-B8EA57AFD1D0}" dt="2023-12-28T19:16:37.561" v="45"/>
          <ac:spMkLst>
            <pc:docMk/>
            <pc:sldMk cId="3979444189" sldId="337"/>
            <ac:spMk id="19" creationId="{20BE2EF9-7124-C94F-B2CA-C7A9C485A48E}"/>
          </ac:spMkLst>
        </pc:spChg>
        <pc:spChg chg="mod">
          <ac:chgData name="Felipe Nova R." userId="S::fnovar@duoc.cl::de2c8997-0eba-4ec6-b19d-668cbf3ee05a" providerId="AD" clId="Web-{E671756F-3C12-EC66-12BD-B8EA57AFD1D0}" dt="2023-12-28T19:16:05.826" v="38" actId="1076"/>
          <ac:spMkLst>
            <pc:docMk/>
            <pc:sldMk cId="3979444189" sldId="337"/>
            <ac:spMk id="21" creationId="{325E44F9-8B81-FD43-8DCF-00283585DD6D}"/>
          </ac:spMkLst>
        </pc:spChg>
      </pc:sldChg>
      <pc:sldChg chg="addSp delSp modSp">
        <pc:chgData name="Felipe Nova R." userId="S::fnovar@duoc.cl::de2c8997-0eba-4ec6-b19d-668cbf3ee05a" providerId="AD" clId="Web-{E671756F-3C12-EC66-12BD-B8EA57AFD1D0}" dt="2023-12-28T19:21:06.490" v="105" actId="1076"/>
        <pc:sldMkLst>
          <pc:docMk/>
          <pc:sldMk cId="717399983" sldId="340"/>
        </pc:sldMkLst>
        <pc:spChg chg="mod">
          <ac:chgData name="Felipe Nova R." userId="S::fnovar@duoc.cl::de2c8997-0eba-4ec6-b19d-668cbf3ee05a" providerId="AD" clId="Web-{E671756F-3C12-EC66-12BD-B8EA57AFD1D0}" dt="2023-12-28T19:19:26.300" v="83" actId="1076"/>
          <ac:spMkLst>
            <pc:docMk/>
            <pc:sldMk cId="717399983" sldId="340"/>
            <ac:spMk id="2" creationId="{D5B4D40B-2281-FF4E-A378-6A0062B17D86}"/>
          </ac:spMkLst>
        </pc:spChg>
        <pc:spChg chg="mod">
          <ac:chgData name="Felipe Nova R." userId="S::fnovar@duoc.cl::de2c8997-0eba-4ec6-b19d-668cbf3ee05a" providerId="AD" clId="Web-{E671756F-3C12-EC66-12BD-B8EA57AFD1D0}" dt="2023-12-28T19:21:06.490" v="105" actId="1076"/>
          <ac:spMkLst>
            <pc:docMk/>
            <pc:sldMk cId="717399983" sldId="340"/>
            <ac:spMk id="3" creationId="{F1BC4DBF-922E-49F8-DAD3-0F5E38B22D59}"/>
          </ac:spMkLst>
        </pc:spChg>
        <pc:picChg chg="del">
          <ac:chgData name="Felipe Nova R." userId="S::fnovar@duoc.cl::de2c8997-0eba-4ec6-b19d-668cbf3ee05a" providerId="AD" clId="Web-{E671756F-3C12-EC66-12BD-B8EA57AFD1D0}" dt="2023-12-28T19:19:44.926" v="91"/>
          <ac:picMkLst>
            <pc:docMk/>
            <pc:sldMk cId="717399983" sldId="340"/>
            <ac:picMk id="4" creationId="{2EA85558-9D99-4716-451F-786296BE4F71}"/>
          </ac:picMkLst>
        </pc:picChg>
        <pc:picChg chg="add mod">
          <ac:chgData name="Felipe Nova R." userId="S::fnovar@duoc.cl::de2c8997-0eba-4ec6-b19d-668cbf3ee05a" providerId="AD" clId="Web-{E671756F-3C12-EC66-12BD-B8EA57AFD1D0}" dt="2023-12-28T19:20:58.271" v="102" actId="1076"/>
          <ac:picMkLst>
            <pc:docMk/>
            <pc:sldMk cId="717399983" sldId="340"/>
            <ac:picMk id="5" creationId="{F6C0D6E6-E06A-7C1A-3CA8-2680603B1BBF}"/>
          </ac:picMkLst>
        </pc:picChg>
      </pc:sldChg>
      <pc:sldChg chg="modSp">
        <pc:chgData name="Felipe Nova R." userId="S::fnovar@duoc.cl::de2c8997-0eba-4ec6-b19d-668cbf3ee05a" providerId="AD" clId="Web-{E671756F-3C12-EC66-12BD-B8EA57AFD1D0}" dt="2023-12-28T19:39:49.145" v="330" actId="20577"/>
        <pc:sldMkLst>
          <pc:docMk/>
          <pc:sldMk cId="1067811435" sldId="341"/>
        </pc:sldMkLst>
        <pc:spChg chg="mod">
          <ac:chgData name="Felipe Nova R." userId="S::fnovar@duoc.cl::de2c8997-0eba-4ec6-b19d-668cbf3ee05a" providerId="AD" clId="Web-{E671756F-3C12-EC66-12BD-B8EA57AFD1D0}" dt="2023-12-28T19:38:57.425" v="278" actId="1076"/>
          <ac:spMkLst>
            <pc:docMk/>
            <pc:sldMk cId="1067811435" sldId="341"/>
            <ac:spMk id="2" creationId="{7232B839-E8CF-BF4D-93B8-0EE81E2A4A95}"/>
          </ac:spMkLst>
        </pc:spChg>
        <pc:spChg chg="mod">
          <ac:chgData name="Felipe Nova R." userId="S::fnovar@duoc.cl::de2c8997-0eba-4ec6-b19d-668cbf3ee05a" providerId="AD" clId="Web-{E671756F-3C12-EC66-12BD-B8EA57AFD1D0}" dt="2023-12-28T19:39:49.145" v="330" actId="20577"/>
          <ac:spMkLst>
            <pc:docMk/>
            <pc:sldMk cId="1067811435" sldId="341"/>
            <ac:spMk id="3" creationId="{E6CF78EF-6E6E-D5DF-3D7B-2D5C1BA62B53}"/>
          </ac:spMkLst>
        </pc:spChg>
        <pc:picChg chg="mod">
          <ac:chgData name="Felipe Nova R." userId="S::fnovar@duoc.cl::de2c8997-0eba-4ec6-b19d-668cbf3ee05a" providerId="AD" clId="Web-{E671756F-3C12-EC66-12BD-B8EA57AFD1D0}" dt="2023-12-28T19:39:02.894" v="280" actId="1076"/>
          <ac:picMkLst>
            <pc:docMk/>
            <pc:sldMk cId="1067811435" sldId="341"/>
            <ac:picMk id="4" creationId="{67103297-A15D-1FDA-762A-1522E6A32886}"/>
          </ac:picMkLst>
        </pc:picChg>
      </pc:sldChg>
      <pc:sldChg chg="modSp">
        <pc:chgData name="Felipe Nova R." userId="S::fnovar@duoc.cl::de2c8997-0eba-4ec6-b19d-668cbf3ee05a" providerId="AD" clId="Web-{E671756F-3C12-EC66-12BD-B8EA57AFD1D0}" dt="2023-12-28T19:44:26.668" v="442" actId="20577"/>
        <pc:sldMkLst>
          <pc:docMk/>
          <pc:sldMk cId="3056958803" sldId="342"/>
        </pc:sldMkLst>
        <pc:spChg chg="mod">
          <ac:chgData name="Felipe Nova R." userId="S::fnovar@duoc.cl::de2c8997-0eba-4ec6-b19d-668cbf3ee05a" providerId="AD" clId="Web-{E671756F-3C12-EC66-12BD-B8EA57AFD1D0}" dt="2023-12-28T19:43:21.432" v="433" actId="1076"/>
          <ac:spMkLst>
            <pc:docMk/>
            <pc:sldMk cId="3056958803" sldId="342"/>
            <ac:spMk id="2" creationId="{CBCD8BF0-1144-D34D-8793-D9BC0214A663}"/>
          </ac:spMkLst>
        </pc:spChg>
        <pc:spChg chg="mod">
          <ac:chgData name="Felipe Nova R." userId="S::fnovar@duoc.cl::de2c8997-0eba-4ec6-b19d-668cbf3ee05a" providerId="AD" clId="Web-{E671756F-3C12-EC66-12BD-B8EA57AFD1D0}" dt="2023-12-28T19:44:26.668" v="442" actId="20577"/>
          <ac:spMkLst>
            <pc:docMk/>
            <pc:sldMk cId="3056958803" sldId="342"/>
            <ac:spMk id="3" creationId="{CFD57520-3D2E-37CD-7E5E-37421237B43D}"/>
          </ac:spMkLst>
        </pc:spChg>
      </pc:sldChg>
      <pc:sldChg chg="modSp">
        <pc:chgData name="Felipe Nova R." userId="S::fnovar@duoc.cl::de2c8997-0eba-4ec6-b19d-668cbf3ee05a" providerId="AD" clId="Web-{E671756F-3C12-EC66-12BD-B8EA57AFD1D0}" dt="2023-12-28T19:45:59.874" v="486" actId="1076"/>
        <pc:sldMkLst>
          <pc:docMk/>
          <pc:sldMk cId="2209943334" sldId="343"/>
        </pc:sldMkLst>
        <pc:spChg chg="mod">
          <ac:chgData name="Felipe Nova R." userId="S::fnovar@duoc.cl::de2c8997-0eba-4ec6-b19d-668cbf3ee05a" providerId="AD" clId="Web-{E671756F-3C12-EC66-12BD-B8EA57AFD1D0}" dt="2023-12-28T19:45:59.874" v="486" actId="1076"/>
          <ac:spMkLst>
            <pc:docMk/>
            <pc:sldMk cId="2209943334" sldId="343"/>
            <ac:spMk id="2" creationId="{E507742C-DF09-1C18-86CB-6F4CD1A149DC}"/>
          </ac:spMkLst>
        </pc:spChg>
        <pc:spChg chg="mod">
          <ac:chgData name="Felipe Nova R." userId="S::fnovar@duoc.cl::de2c8997-0eba-4ec6-b19d-668cbf3ee05a" providerId="AD" clId="Web-{E671756F-3C12-EC66-12BD-B8EA57AFD1D0}" dt="2023-12-28T19:44:54.059" v="457" actId="1076"/>
          <ac:spMkLst>
            <pc:docMk/>
            <pc:sldMk cId="2209943334" sldId="343"/>
            <ac:spMk id="3" creationId="{41E4FBDB-F62F-B14F-9D38-C37205252F63}"/>
          </ac:spMkLst>
        </pc:spChg>
      </pc:sldChg>
      <pc:sldChg chg="del">
        <pc:chgData name="Felipe Nova R." userId="S::fnovar@duoc.cl::de2c8997-0eba-4ec6-b19d-668cbf3ee05a" providerId="AD" clId="Web-{E671756F-3C12-EC66-12BD-B8EA57AFD1D0}" dt="2023-12-28T19:18:16.783" v="68"/>
        <pc:sldMkLst>
          <pc:docMk/>
          <pc:sldMk cId="3117571071" sldId="344"/>
        </pc:sldMkLst>
      </pc:sldChg>
      <pc:sldChg chg="modSp del">
        <pc:chgData name="Felipe Nova R." userId="S::fnovar@duoc.cl::de2c8997-0eba-4ec6-b19d-668cbf3ee05a" providerId="AD" clId="Web-{E671756F-3C12-EC66-12BD-B8EA57AFD1D0}" dt="2023-12-28T19:18:58.971" v="73"/>
        <pc:sldMkLst>
          <pc:docMk/>
          <pc:sldMk cId="1557603938" sldId="346"/>
        </pc:sldMkLst>
        <pc:spChg chg="mod">
          <ac:chgData name="Felipe Nova R." userId="S::fnovar@duoc.cl::de2c8997-0eba-4ec6-b19d-668cbf3ee05a" providerId="AD" clId="Web-{E671756F-3C12-EC66-12BD-B8EA57AFD1D0}" dt="2023-12-28T19:18:31.814" v="71" actId="1076"/>
          <ac:spMkLst>
            <pc:docMk/>
            <pc:sldMk cId="1557603938" sldId="346"/>
            <ac:spMk id="2" creationId="{D5B4D40B-2281-FF4E-A378-6A0062B17D86}"/>
          </ac:spMkLst>
        </pc:spChg>
      </pc:sldChg>
      <pc:sldChg chg="modSp">
        <pc:chgData name="Felipe Nova R." userId="S::fnovar@duoc.cl::de2c8997-0eba-4ec6-b19d-668cbf3ee05a" providerId="AD" clId="Web-{E671756F-3C12-EC66-12BD-B8EA57AFD1D0}" dt="2023-12-28T19:29:16.175" v="139" actId="1076"/>
        <pc:sldMkLst>
          <pc:docMk/>
          <pc:sldMk cId="2275315858" sldId="347"/>
        </pc:sldMkLst>
        <pc:spChg chg="mod">
          <ac:chgData name="Felipe Nova R." userId="S::fnovar@duoc.cl::de2c8997-0eba-4ec6-b19d-668cbf3ee05a" providerId="AD" clId="Web-{E671756F-3C12-EC66-12BD-B8EA57AFD1D0}" dt="2023-12-28T19:21:15.069" v="107" actId="1076"/>
          <ac:spMkLst>
            <pc:docMk/>
            <pc:sldMk cId="2275315858" sldId="347"/>
            <ac:spMk id="2" creationId="{D5B4D40B-2281-FF4E-A378-6A0062B17D86}"/>
          </ac:spMkLst>
        </pc:spChg>
        <pc:spChg chg="mod">
          <ac:chgData name="Felipe Nova R." userId="S::fnovar@duoc.cl::de2c8997-0eba-4ec6-b19d-668cbf3ee05a" providerId="AD" clId="Web-{E671756F-3C12-EC66-12BD-B8EA57AFD1D0}" dt="2023-12-28T19:29:16.175" v="139" actId="1076"/>
          <ac:spMkLst>
            <pc:docMk/>
            <pc:sldMk cId="2275315858" sldId="347"/>
            <ac:spMk id="3" creationId="{F1BC4DBF-922E-49F8-DAD3-0F5E38B22D59}"/>
          </ac:spMkLst>
        </pc:spChg>
        <pc:picChg chg="mod modCrop">
          <ac:chgData name="Felipe Nova R." userId="S::fnovar@duoc.cl::de2c8997-0eba-4ec6-b19d-668cbf3ee05a" providerId="AD" clId="Web-{E671756F-3C12-EC66-12BD-B8EA57AFD1D0}" dt="2023-12-28T19:29:10.534" v="137" actId="1076"/>
          <ac:picMkLst>
            <pc:docMk/>
            <pc:sldMk cId="2275315858" sldId="347"/>
            <ac:picMk id="5" creationId="{7EF55377-3068-1192-475B-EE8AE5CB9FA4}"/>
          </ac:picMkLst>
        </pc:picChg>
        <pc:picChg chg="mod modCrop">
          <ac:chgData name="Felipe Nova R." userId="S::fnovar@duoc.cl::de2c8997-0eba-4ec6-b19d-668cbf3ee05a" providerId="AD" clId="Web-{E671756F-3C12-EC66-12BD-B8EA57AFD1D0}" dt="2023-12-28T19:29:10.597" v="138" actId="1076"/>
          <ac:picMkLst>
            <pc:docMk/>
            <pc:sldMk cId="2275315858" sldId="347"/>
            <ac:picMk id="6" creationId="{A32B725E-D2A2-2A91-4389-90BD240C01E0}"/>
          </ac:picMkLst>
        </pc:picChg>
      </pc:sldChg>
      <pc:sldChg chg="delSp modSp">
        <pc:chgData name="Felipe Nova R." userId="S::fnovar@duoc.cl::de2c8997-0eba-4ec6-b19d-668cbf3ee05a" providerId="AD" clId="Web-{E671756F-3C12-EC66-12BD-B8EA57AFD1D0}" dt="2023-12-28T19:30:48.568" v="167" actId="1076"/>
        <pc:sldMkLst>
          <pc:docMk/>
          <pc:sldMk cId="2590281151" sldId="348"/>
        </pc:sldMkLst>
        <pc:spChg chg="mod">
          <ac:chgData name="Felipe Nova R." userId="S::fnovar@duoc.cl::de2c8997-0eba-4ec6-b19d-668cbf3ee05a" providerId="AD" clId="Web-{E671756F-3C12-EC66-12BD-B8EA57AFD1D0}" dt="2023-12-28T19:30:03.567" v="154" actId="20577"/>
          <ac:spMkLst>
            <pc:docMk/>
            <pc:sldMk cId="2590281151" sldId="348"/>
            <ac:spMk id="2" creationId="{D5B4D40B-2281-FF4E-A378-6A0062B17D86}"/>
          </ac:spMkLst>
        </pc:spChg>
        <pc:spChg chg="mod">
          <ac:chgData name="Felipe Nova R." userId="S::fnovar@duoc.cl::de2c8997-0eba-4ec6-b19d-668cbf3ee05a" providerId="AD" clId="Web-{E671756F-3C12-EC66-12BD-B8EA57AFD1D0}" dt="2023-12-28T19:30:48.443" v="165" actId="1076"/>
          <ac:spMkLst>
            <pc:docMk/>
            <pc:sldMk cId="2590281151" sldId="348"/>
            <ac:spMk id="3" creationId="{F1BC4DBF-922E-49F8-DAD3-0F5E38B22D59}"/>
          </ac:spMkLst>
        </pc:spChg>
        <pc:picChg chg="mod modCrop">
          <ac:chgData name="Felipe Nova R." userId="S::fnovar@duoc.cl::de2c8997-0eba-4ec6-b19d-668cbf3ee05a" providerId="AD" clId="Web-{E671756F-3C12-EC66-12BD-B8EA57AFD1D0}" dt="2023-12-28T19:30:48.506" v="166" actId="1076"/>
          <ac:picMkLst>
            <pc:docMk/>
            <pc:sldMk cId="2590281151" sldId="348"/>
            <ac:picMk id="4" creationId="{2DCA179E-8316-47C1-53F3-47E78DB463D3}"/>
          </ac:picMkLst>
        </pc:picChg>
        <pc:picChg chg="del mod modCrop">
          <ac:chgData name="Felipe Nova R." userId="S::fnovar@duoc.cl::de2c8997-0eba-4ec6-b19d-668cbf3ee05a" providerId="AD" clId="Web-{E671756F-3C12-EC66-12BD-B8EA57AFD1D0}" dt="2023-12-28T19:30:22.192" v="160"/>
          <ac:picMkLst>
            <pc:docMk/>
            <pc:sldMk cId="2590281151" sldId="348"/>
            <ac:picMk id="7" creationId="{3332C291-1DE0-D54D-78F2-D6AF4F268FA5}"/>
          </ac:picMkLst>
        </pc:picChg>
        <pc:picChg chg="mod modCrop">
          <ac:chgData name="Felipe Nova R." userId="S::fnovar@duoc.cl::de2c8997-0eba-4ec6-b19d-668cbf3ee05a" providerId="AD" clId="Web-{E671756F-3C12-EC66-12BD-B8EA57AFD1D0}" dt="2023-12-28T19:30:48.568" v="167" actId="1076"/>
          <ac:picMkLst>
            <pc:docMk/>
            <pc:sldMk cId="2590281151" sldId="348"/>
            <ac:picMk id="8" creationId="{D5F246DA-8B5C-1D3E-B6BF-F6A8F54F389E}"/>
          </ac:picMkLst>
        </pc:picChg>
      </pc:sldChg>
      <pc:sldChg chg="delSp modSp">
        <pc:chgData name="Felipe Nova R." userId="S::fnovar@duoc.cl::de2c8997-0eba-4ec6-b19d-668cbf3ee05a" providerId="AD" clId="Web-{E671756F-3C12-EC66-12BD-B8EA57AFD1D0}" dt="2023-12-28T19:32:05.805" v="206" actId="1076"/>
        <pc:sldMkLst>
          <pc:docMk/>
          <pc:sldMk cId="230154462" sldId="349"/>
        </pc:sldMkLst>
        <pc:spChg chg="mod">
          <ac:chgData name="Felipe Nova R." userId="S::fnovar@duoc.cl::de2c8997-0eba-4ec6-b19d-668cbf3ee05a" providerId="AD" clId="Web-{E671756F-3C12-EC66-12BD-B8EA57AFD1D0}" dt="2023-12-28T19:30:52.709" v="168" actId="20577"/>
          <ac:spMkLst>
            <pc:docMk/>
            <pc:sldMk cId="230154462" sldId="349"/>
            <ac:spMk id="2" creationId="{D5B4D40B-2281-FF4E-A378-6A0062B17D86}"/>
          </ac:spMkLst>
        </pc:spChg>
        <pc:spChg chg="mod">
          <ac:chgData name="Felipe Nova R." userId="S::fnovar@duoc.cl::de2c8997-0eba-4ec6-b19d-668cbf3ee05a" providerId="AD" clId="Web-{E671756F-3C12-EC66-12BD-B8EA57AFD1D0}" dt="2023-12-28T19:32:05.805" v="206" actId="1076"/>
          <ac:spMkLst>
            <pc:docMk/>
            <pc:sldMk cId="230154462" sldId="349"/>
            <ac:spMk id="3" creationId="{F1BC4DBF-922E-49F8-DAD3-0F5E38B22D59}"/>
          </ac:spMkLst>
        </pc:spChg>
        <pc:picChg chg="mod modCrop">
          <ac:chgData name="Felipe Nova R." userId="S::fnovar@duoc.cl::de2c8997-0eba-4ec6-b19d-668cbf3ee05a" providerId="AD" clId="Web-{E671756F-3C12-EC66-12BD-B8EA57AFD1D0}" dt="2023-12-28T19:32:02.820" v="204" actId="1076"/>
          <ac:picMkLst>
            <pc:docMk/>
            <pc:sldMk cId="230154462" sldId="349"/>
            <ac:picMk id="6" creationId="{62CEB23F-042F-41AB-C6B3-AC972A3ED16B}"/>
          </ac:picMkLst>
        </pc:picChg>
        <pc:picChg chg="mod modCrop">
          <ac:chgData name="Felipe Nova R." userId="S::fnovar@duoc.cl::de2c8997-0eba-4ec6-b19d-668cbf3ee05a" providerId="AD" clId="Web-{E671756F-3C12-EC66-12BD-B8EA57AFD1D0}" dt="2023-12-28T19:32:02.883" v="205" actId="1076"/>
          <ac:picMkLst>
            <pc:docMk/>
            <pc:sldMk cId="230154462" sldId="349"/>
            <ac:picMk id="7" creationId="{7765B378-D0A9-6809-32CF-E0C93B9F3290}"/>
          </ac:picMkLst>
        </pc:picChg>
        <pc:picChg chg="del">
          <ac:chgData name="Felipe Nova R." userId="S::fnovar@duoc.cl::de2c8997-0eba-4ec6-b19d-668cbf3ee05a" providerId="AD" clId="Web-{E671756F-3C12-EC66-12BD-B8EA57AFD1D0}" dt="2023-12-28T19:31:10.569" v="173"/>
          <ac:picMkLst>
            <pc:docMk/>
            <pc:sldMk cId="230154462" sldId="349"/>
            <ac:picMk id="8" creationId="{EB6452ED-D706-EC23-7A54-CD93C9B4A80D}"/>
          </ac:picMkLst>
        </pc:picChg>
        <pc:picChg chg="del">
          <ac:chgData name="Felipe Nova R." userId="S::fnovar@duoc.cl::de2c8997-0eba-4ec6-b19d-668cbf3ee05a" providerId="AD" clId="Web-{E671756F-3C12-EC66-12BD-B8EA57AFD1D0}" dt="2023-12-28T19:31:10.569" v="172"/>
          <ac:picMkLst>
            <pc:docMk/>
            <pc:sldMk cId="230154462" sldId="349"/>
            <ac:picMk id="9" creationId="{EC20DC6D-1B5C-F193-7B41-C2416E69B3D1}"/>
          </ac:picMkLst>
        </pc:picChg>
      </pc:sldChg>
      <pc:sldChg chg="modSp">
        <pc:chgData name="Felipe Nova R." userId="S::fnovar@duoc.cl::de2c8997-0eba-4ec6-b19d-668cbf3ee05a" providerId="AD" clId="Web-{E671756F-3C12-EC66-12BD-B8EA57AFD1D0}" dt="2023-12-28T19:37:14.032" v="234" actId="1076"/>
        <pc:sldMkLst>
          <pc:docMk/>
          <pc:sldMk cId="583037787" sldId="350"/>
        </pc:sldMkLst>
        <pc:spChg chg="mod">
          <ac:chgData name="Felipe Nova R." userId="S::fnovar@duoc.cl::de2c8997-0eba-4ec6-b19d-668cbf3ee05a" providerId="AD" clId="Web-{E671756F-3C12-EC66-12BD-B8EA57AFD1D0}" dt="2023-12-28T19:33:33.526" v="228" actId="20577"/>
          <ac:spMkLst>
            <pc:docMk/>
            <pc:sldMk cId="583037787" sldId="350"/>
            <ac:spMk id="2" creationId="{D5B4D40B-2281-FF4E-A378-6A0062B17D86}"/>
          </ac:spMkLst>
        </pc:spChg>
        <pc:spChg chg="mod">
          <ac:chgData name="Felipe Nova R." userId="S::fnovar@duoc.cl::de2c8997-0eba-4ec6-b19d-668cbf3ee05a" providerId="AD" clId="Web-{E671756F-3C12-EC66-12BD-B8EA57AFD1D0}" dt="2023-12-28T19:37:04.985" v="230" actId="20577"/>
          <ac:spMkLst>
            <pc:docMk/>
            <pc:sldMk cId="583037787" sldId="350"/>
            <ac:spMk id="3" creationId="{F1BC4DBF-922E-49F8-DAD3-0F5E38B22D59}"/>
          </ac:spMkLst>
        </pc:spChg>
        <pc:picChg chg="mod">
          <ac:chgData name="Felipe Nova R." userId="S::fnovar@duoc.cl::de2c8997-0eba-4ec6-b19d-668cbf3ee05a" providerId="AD" clId="Web-{E671756F-3C12-EC66-12BD-B8EA57AFD1D0}" dt="2023-12-28T19:37:14.032" v="234" actId="1076"/>
          <ac:picMkLst>
            <pc:docMk/>
            <pc:sldMk cId="583037787" sldId="350"/>
            <ac:picMk id="6" creationId="{81445ED3-AE6D-39C1-FEE3-BAC08AC0252A}"/>
          </ac:picMkLst>
        </pc:picChg>
      </pc:sldChg>
      <pc:sldChg chg="modSp">
        <pc:chgData name="Felipe Nova R." userId="S::fnovar@duoc.cl::de2c8997-0eba-4ec6-b19d-668cbf3ee05a" providerId="AD" clId="Web-{E671756F-3C12-EC66-12BD-B8EA57AFD1D0}" dt="2023-12-28T19:38:36.565" v="265" actId="1076"/>
        <pc:sldMkLst>
          <pc:docMk/>
          <pc:sldMk cId="2876092904" sldId="416"/>
        </pc:sldMkLst>
        <pc:spChg chg="mod">
          <ac:chgData name="Felipe Nova R." userId="S::fnovar@duoc.cl::de2c8997-0eba-4ec6-b19d-668cbf3ee05a" providerId="AD" clId="Web-{E671756F-3C12-EC66-12BD-B8EA57AFD1D0}" dt="2023-12-28T19:37:46.814" v="242" actId="1076"/>
          <ac:spMkLst>
            <pc:docMk/>
            <pc:sldMk cId="2876092904" sldId="416"/>
            <ac:spMk id="2" creationId="{1F11FCC6-3B49-9D46-8B62-80E94C906F0A}"/>
          </ac:spMkLst>
        </pc:spChg>
        <pc:spChg chg="mod">
          <ac:chgData name="Felipe Nova R." userId="S::fnovar@duoc.cl::de2c8997-0eba-4ec6-b19d-668cbf3ee05a" providerId="AD" clId="Web-{E671756F-3C12-EC66-12BD-B8EA57AFD1D0}" dt="2023-12-28T19:38:36.565" v="265" actId="1076"/>
          <ac:spMkLst>
            <pc:docMk/>
            <pc:sldMk cId="2876092904" sldId="416"/>
            <ac:spMk id="3" creationId="{052FBD23-F91F-13EF-5811-E0CBB6883C5D}"/>
          </ac:spMkLst>
        </pc:spChg>
        <pc:graphicFrameChg chg="mod modGraphic">
          <ac:chgData name="Felipe Nova R." userId="S::fnovar@duoc.cl::de2c8997-0eba-4ec6-b19d-668cbf3ee05a" providerId="AD" clId="Web-{E671756F-3C12-EC66-12BD-B8EA57AFD1D0}" dt="2023-12-28T19:38:30.221" v="264"/>
          <ac:graphicFrameMkLst>
            <pc:docMk/>
            <pc:sldMk cId="2876092904" sldId="416"/>
            <ac:graphicFrameMk id="7" creationId="{544FF8B1-3D96-0B89-0F19-10685020F441}"/>
          </ac:graphicFrameMkLst>
        </pc:graphicFrameChg>
      </pc:sldChg>
      <pc:sldChg chg="modSp">
        <pc:chgData name="Felipe Nova R." userId="S::fnovar@duoc.cl::de2c8997-0eba-4ec6-b19d-668cbf3ee05a" providerId="AD" clId="Web-{E671756F-3C12-EC66-12BD-B8EA57AFD1D0}" dt="2023-12-28T19:41:04.553" v="363" actId="20577"/>
        <pc:sldMkLst>
          <pc:docMk/>
          <pc:sldMk cId="1142694381" sldId="417"/>
        </pc:sldMkLst>
        <pc:spChg chg="mod">
          <ac:chgData name="Felipe Nova R." userId="S::fnovar@duoc.cl::de2c8997-0eba-4ec6-b19d-668cbf3ee05a" providerId="AD" clId="Web-{E671756F-3C12-EC66-12BD-B8EA57AFD1D0}" dt="2023-12-28T19:39:53.239" v="331" actId="20577"/>
          <ac:spMkLst>
            <pc:docMk/>
            <pc:sldMk cId="1142694381" sldId="417"/>
            <ac:spMk id="2" creationId="{7232B839-E8CF-BF4D-93B8-0EE81E2A4A95}"/>
          </ac:spMkLst>
        </pc:spChg>
        <pc:spChg chg="mod">
          <ac:chgData name="Felipe Nova R." userId="S::fnovar@duoc.cl::de2c8997-0eba-4ec6-b19d-668cbf3ee05a" providerId="AD" clId="Web-{E671756F-3C12-EC66-12BD-B8EA57AFD1D0}" dt="2023-12-28T19:41:04.553" v="363" actId="20577"/>
          <ac:spMkLst>
            <pc:docMk/>
            <pc:sldMk cId="1142694381" sldId="417"/>
            <ac:spMk id="5" creationId="{D8422E20-7F63-4143-2AE1-5A62D78EFACB}"/>
          </ac:spMkLst>
        </pc:spChg>
      </pc:sldChg>
      <pc:sldChg chg="modSp">
        <pc:chgData name="Felipe Nova R." userId="S::fnovar@duoc.cl::de2c8997-0eba-4ec6-b19d-668cbf3ee05a" providerId="AD" clId="Web-{E671756F-3C12-EC66-12BD-B8EA57AFD1D0}" dt="2023-12-28T19:41:35.695" v="370" actId="1076"/>
        <pc:sldMkLst>
          <pc:docMk/>
          <pc:sldMk cId="1244761561" sldId="418"/>
        </pc:sldMkLst>
        <pc:spChg chg="mod">
          <ac:chgData name="Felipe Nova R." userId="S::fnovar@duoc.cl::de2c8997-0eba-4ec6-b19d-668cbf3ee05a" providerId="AD" clId="Web-{E671756F-3C12-EC66-12BD-B8EA57AFD1D0}" dt="2023-12-28T19:41:12.429" v="364" actId="20577"/>
          <ac:spMkLst>
            <pc:docMk/>
            <pc:sldMk cId="1244761561" sldId="418"/>
            <ac:spMk id="2" creationId="{7232B839-E8CF-BF4D-93B8-0EE81E2A4A95}"/>
          </ac:spMkLst>
        </pc:spChg>
        <pc:spChg chg="mod">
          <ac:chgData name="Felipe Nova R." userId="S::fnovar@duoc.cl::de2c8997-0eba-4ec6-b19d-668cbf3ee05a" providerId="AD" clId="Web-{E671756F-3C12-EC66-12BD-B8EA57AFD1D0}" dt="2023-12-28T19:41:35.695" v="370" actId="1076"/>
          <ac:spMkLst>
            <pc:docMk/>
            <pc:sldMk cId="1244761561" sldId="418"/>
            <ac:spMk id="5" creationId="{D8422E20-7F63-4143-2AE1-5A62D78EFACB}"/>
          </ac:spMkLst>
        </pc:spChg>
        <pc:picChg chg="mod">
          <ac:chgData name="Felipe Nova R." userId="S::fnovar@duoc.cl::de2c8997-0eba-4ec6-b19d-668cbf3ee05a" providerId="AD" clId="Web-{E671756F-3C12-EC66-12BD-B8EA57AFD1D0}" dt="2023-12-28T19:41:31.617" v="369" actId="1076"/>
          <ac:picMkLst>
            <pc:docMk/>
            <pc:sldMk cId="1244761561" sldId="418"/>
            <ac:picMk id="3" creationId="{61FC3AE2-5CDD-D1F2-C418-3BB7EE1AB0D1}"/>
          </ac:picMkLst>
        </pc:picChg>
      </pc:sldChg>
      <pc:sldChg chg="del">
        <pc:chgData name="Felipe Nova R." userId="S::fnovar@duoc.cl::de2c8997-0eba-4ec6-b19d-668cbf3ee05a" providerId="AD" clId="Web-{E671756F-3C12-EC66-12BD-B8EA57AFD1D0}" dt="2023-12-28T19:46:11.952" v="488"/>
        <pc:sldMkLst>
          <pc:docMk/>
          <pc:sldMk cId="3935861985" sldId="419"/>
        </pc:sldMkLst>
      </pc:sldChg>
      <pc:sldChg chg="modSp">
        <pc:chgData name="Felipe Nova R." userId="S::fnovar@duoc.cl::de2c8997-0eba-4ec6-b19d-668cbf3ee05a" providerId="AD" clId="Web-{E671756F-3C12-EC66-12BD-B8EA57AFD1D0}" dt="2023-12-28T19:42:52.166" v="427" actId="1076"/>
        <pc:sldMkLst>
          <pc:docMk/>
          <pc:sldMk cId="4082800480" sldId="420"/>
        </pc:sldMkLst>
        <pc:spChg chg="mod">
          <ac:chgData name="Felipe Nova R." userId="S::fnovar@duoc.cl::de2c8997-0eba-4ec6-b19d-668cbf3ee05a" providerId="AD" clId="Web-{E671756F-3C12-EC66-12BD-B8EA57AFD1D0}" dt="2023-12-28T19:41:52.102" v="372" actId="1076"/>
          <ac:spMkLst>
            <pc:docMk/>
            <pc:sldMk cId="4082800480" sldId="420"/>
            <ac:spMk id="2" creationId="{7232B839-E8CF-BF4D-93B8-0EE81E2A4A95}"/>
          </ac:spMkLst>
        </pc:spChg>
        <pc:spChg chg="mod">
          <ac:chgData name="Felipe Nova R." userId="S::fnovar@duoc.cl::de2c8997-0eba-4ec6-b19d-668cbf3ee05a" providerId="AD" clId="Web-{E671756F-3C12-EC66-12BD-B8EA57AFD1D0}" dt="2023-12-28T19:42:40.493" v="425" actId="20577"/>
          <ac:spMkLst>
            <pc:docMk/>
            <pc:sldMk cId="4082800480" sldId="420"/>
            <ac:spMk id="5" creationId="{D8422E20-7F63-4143-2AE1-5A62D78EFACB}"/>
          </ac:spMkLst>
        </pc:spChg>
        <pc:picChg chg="mod">
          <ac:chgData name="Felipe Nova R." userId="S::fnovar@duoc.cl::de2c8997-0eba-4ec6-b19d-668cbf3ee05a" providerId="AD" clId="Web-{E671756F-3C12-EC66-12BD-B8EA57AFD1D0}" dt="2023-12-28T19:42:52.166" v="427" actId="1076"/>
          <ac:picMkLst>
            <pc:docMk/>
            <pc:sldMk cId="4082800480" sldId="420"/>
            <ac:picMk id="4" creationId="{A393DDFD-E791-E79E-2C67-855D42FFEB67}"/>
          </ac:picMkLst>
        </pc:picChg>
      </pc:sldChg>
      <pc:sldChg chg="addSp delSp modSp add replId">
        <pc:chgData name="Felipe Nova R." userId="S::fnovar@duoc.cl::de2c8997-0eba-4ec6-b19d-668cbf3ee05a" providerId="AD" clId="Web-{E671756F-3C12-EC66-12BD-B8EA57AFD1D0}" dt="2023-12-28T19:18:14.017" v="67" actId="20577"/>
        <pc:sldMkLst>
          <pc:docMk/>
          <pc:sldMk cId="2704335212" sldId="421"/>
        </pc:sldMkLst>
        <pc:spChg chg="del">
          <ac:chgData name="Felipe Nova R." userId="S::fnovar@duoc.cl::de2c8997-0eba-4ec6-b19d-668cbf3ee05a" providerId="AD" clId="Web-{E671756F-3C12-EC66-12BD-B8EA57AFD1D0}" dt="2023-12-28T19:17:52.735" v="63"/>
          <ac:spMkLst>
            <pc:docMk/>
            <pc:sldMk cId="2704335212" sldId="421"/>
            <ac:spMk id="2" creationId="{655623CA-BD79-F439-71F7-C5D7EBD60517}"/>
          </ac:spMkLst>
        </pc:spChg>
        <pc:spChg chg="del">
          <ac:chgData name="Felipe Nova R." userId="S::fnovar@duoc.cl::de2c8997-0eba-4ec6-b19d-668cbf3ee05a" providerId="AD" clId="Web-{E671756F-3C12-EC66-12BD-B8EA57AFD1D0}" dt="2023-12-28T19:17:49.969" v="62"/>
          <ac:spMkLst>
            <pc:docMk/>
            <pc:sldMk cId="2704335212" sldId="421"/>
            <ac:spMk id="3" creationId="{F642A63C-F014-8EE3-CBCC-C24208591522}"/>
          </ac:spMkLst>
        </pc:spChg>
        <pc:spChg chg="mod">
          <ac:chgData name="Felipe Nova R." userId="S::fnovar@duoc.cl::de2c8997-0eba-4ec6-b19d-668cbf3ee05a" providerId="AD" clId="Web-{E671756F-3C12-EC66-12BD-B8EA57AFD1D0}" dt="2023-12-28T19:18:14.017" v="67" actId="20577"/>
          <ac:spMkLst>
            <pc:docMk/>
            <pc:sldMk cId="2704335212" sldId="421"/>
            <ac:spMk id="4" creationId="{F12E5DD1-8A4B-F51E-6491-97AACEF5608B}"/>
          </ac:spMkLst>
        </pc:spChg>
        <pc:spChg chg="add del mod">
          <ac:chgData name="Felipe Nova R." userId="S::fnovar@duoc.cl::de2c8997-0eba-4ec6-b19d-668cbf3ee05a" providerId="AD" clId="Web-{E671756F-3C12-EC66-12BD-B8EA57AFD1D0}" dt="2023-12-28T19:18:01.517" v="65"/>
          <ac:spMkLst>
            <pc:docMk/>
            <pc:sldMk cId="2704335212" sldId="421"/>
            <ac:spMk id="6" creationId="{A880AFE6-7817-501B-C65F-48D1D373D9F1}"/>
          </ac:spMkLst>
        </pc:spChg>
      </pc:sldChg>
      <pc:sldChg chg="add">
        <pc:chgData name="Felipe Nova R." userId="S::fnovar@duoc.cl::de2c8997-0eba-4ec6-b19d-668cbf3ee05a" providerId="AD" clId="Web-{E671756F-3C12-EC66-12BD-B8EA57AFD1D0}" dt="2023-12-28T19:18:56.659" v="72"/>
        <pc:sldMkLst>
          <pc:docMk/>
          <pc:sldMk cId="3239814580" sldId="422"/>
        </pc:sldMkLst>
      </pc:sldChg>
      <pc:sldChg chg="addSp modSp new">
        <pc:chgData name="Felipe Nova R." userId="S::fnovar@duoc.cl::de2c8997-0eba-4ec6-b19d-668cbf3ee05a" providerId="AD" clId="Web-{E671756F-3C12-EC66-12BD-B8EA57AFD1D0}" dt="2023-12-28T19:30:18.427" v="159" actId="1076"/>
        <pc:sldMkLst>
          <pc:docMk/>
          <pc:sldMk cId="1130381054" sldId="423"/>
        </pc:sldMkLst>
        <pc:spChg chg="mod">
          <ac:chgData name="Felipe Nova R." userId="S::fnovar@duoc.cl::de2c8997-0eba-4ec6-b19d-668cbf3ee05a" providerId="AD" clId="Web-{E671756F-3C12-EC66-12BD-B8EA57AFD1D0}" dt="2023-12-28T19:30:08.208" v="156" actId="20577"/>
          <ac:spMkLst>
            <pc:docMk/>
            <pc:sldMk cId="1130381054" sldId="423"/>
            <ac:spMk id="2" creationId="{BC2D3DE8-69D4-4FC5-BC6B-4E484B1DAFAE}"/>
          </ac:spMkLst>
        </pc:spChg>
        <pc:picChg chg="add mod">
          <ac:chgData name="Felipe Nova R." userId="S::fnovar@duoc.cl::de2c8997-0eba-4ec6-b19d-668cbf3ee05a" providerId="AD" clId="Web-{E671756F-3C12-EC66-12BD-B8EA57AFD1D0}" dt="2023-12-28T19:30:18.427" v="159" actId="1076"/>
          <ac:picMkLst>
            <pc:docMk/>
            <pc:sldMk cId="1130381054" sldId="423"/>
            <ac:picMk id="4" creationId="{2992D58C-1C71-E1D0-DE53-48972E640657}"/>
          </ac:picMkLst>
        </pc:picChg>
      </pc:sldChg>
      <pc:sldChg chg="addSp delSp modSp new">
        <pc:chgData name="Felipe Nova R." userId="S::fnovar@duoc.cl::de2c8997-0eba-4ec6-b19d-668cbf3ee05a" providerId="AD" clId="Web-{E671756F-3C12-EC66-12BD-B8EA57AFD1D0}" dt="2023-12-28T19:37:40.798" v="241" actId="1076"/>
        <pc:sldMkLst>
          <pc:docMk/>
          <pc:sldMk cId="5707211" sldId="424"/>
        </pc:sldMkLst>
        <pc:spChg chg="del">
          <ac:chgData name="Felipe Nova R." userId="S::fnovar@duoc.cl::de2c8997-0eba-4ec6-b19d-668cbf3ee05a" providerId="AD" clId="Web-{E671756F-3C12-EC66-12BD-B8EA57AFD1D0}" dt="2023-12-28T19:32:13.742" v="207"/>
          <ac:spMkLst>
            <pc:docMk/>
            <pc:sldMk cId="5707211" sldId="424"/>
            <ac:spMk id="2" creationId="{99B99936-1595-4E4B-7565-B62D8EFFE3B7}"/>
          </ac:spMkLst>
        </pc:spChg>
        <pc:spChg chg="add mod">
          <ac:chgData name="Felipe Nova R." userId="S::fnovar@duoc.cl::de2c8997-0eba-4ec6-b19d-668cbf3ee05a" providerId="AD" clId="Web-{E671756F-3C12-EC66-12BD-B8EA57AFD1D0}" dt="2023-12-28T19:37:40.798" v="241" actId="1076"/>
          <ac:spMkLst>
            <pc:docMk/>
            <pc:sldMk cId="5707211" sldId="424"/>
            <ac:spMk id="5" creationId="{8A37E156-6E9C-96A6-5012-583F5E9A90DA}"/>
          </ac:spMkLst>
        </pc:spChg>
        <pc:picChg chg="add mod modCrop">
          <ac:chgData name="Felipe Nova R." userId="S::fnovar@duoc.cl::de2c8997-0eba-4ec6-b19d-668cbf3ee05a" providerId="AD" clId="Web-{E671756F-3C12-EC66-12BD-B8EA57AFD1D0}" dt="2023-12-28T19:33:13.572" v="226" actId="14100"/>
          <ac:picMkLst>
            <pc:docMk/>
            <pc:sldMk cId="5707211" sldId="424"/>
            <ac:picMk id="3" creationId="{C9F542F3-DB18-3F22-DACE-E4939019AF47}"/>
          </ac:picMkLst>
        </pc:picChg>
        <pc:picChg chg="add mod modCrop">
          <ac:chgData name="Felipe Nova R." userId="S::fnovar@duoc.cl::de2c8997-0eba-4ec6-b19d-668cbf3ee05a" providerId="AD" clId="Web-{E671756F-3C12-EC66-12BD-B8EA57AFD1D0}" dt="2023-12-28T19:33:20.166" v="227" actId="14100"/>
          <ac:picMkLst>
            <pc:docMk/>
            <pc:sldMk cId="5707211" sldId="424"/>
            <ac:picMk id="4" creationId="{575E5323-4641-4041-56A1-C241F15B8009}"/>
          </ac:picMkLst>
        </pc:picChg>
      </pc:sldChg>
      <pc:sldChg chg="modSp add replId">
        <pc:chgData name="Felipe Nova R." userId="S::fnovar@duoc.cl::de2c8997-0eba-4ec6-b19d-668cbf3ee05a" providerId="AD" clId="Web-{E671756F-3C12-EC66-12BD-B8EA57AFD1D0}" dt="2023-12-28T19:38:50.862" v="275" actId="20577"/>
        <pc:sldMkLst>
          <pc:docMk/>
          <pc:sldMk cId="2715272370" sldId="425"/>
        </pc:sldMkLst>
        <pc:spChg chg="mod">
          <ac:chgData name="Felipe Nova R." userId="S::fnovar@duoc.cl::de2c8997-0eba-4ec6-b19d-668cbf3ee05a" providerId="AD" clId="Web-{E671756F-3C12-EC66-12BD-B8EA57AFD1D0}" dt="2023-12-28T19:38:50.862" v="275" actId="20577"/>
          <ac:spMkLst>
            <pc:docMk/>
            <pc:sldMk cId="2715272370" sldId="425"/>
            <ac:spMk id="4" creationId="{88564411-9A41-14C3-CFD2-81AA4D89E204}"/>
          </ac:spMkLst>
        </pc:spChg>
      </pc:sldChg>
      <pc:sldChg chg="add replId">
        <pc:chgData name="Felipe Nova R." userId="S::fnovar@duoc.cl::de2c8997-0eba-4ec6-b19d-668cbf3ee05a" providerId="AD" clId="Web-{E671756F-3C12-EC66-12BD-B8EA57AFD1D0}" dt="2023-12-28T19:46:08.499" v="487"/>
        <pc:sldMkLst>
          <pc:docMk/>
          <pc:sldMk cId="1409107843" sldId="426"/>
        </pc:sldMkLst>
      </pc:sldChg>
    </pc:docChg>
  </pc:docChgLst>
  <pc:docChgLst>
    <pc:chgData name="Felipe Nova R." userId="S::fnovar@duoc.cl::de2c8997-0eba-4ec6-b19d-668cbf3ee05a" providerId="AD" clId="Web-{C0EA7DB0-4CD1-29F5-B8A8-92F24E500D76}"/>
    <pc:docChg chg="addSld delSld modSld">
      <pc:chgData name="Felipe Nova R." userId="S::fnovar@duoc.cl::de2c8997-0eba-4ec6-b19d-668cbf3ee05a" providerId="AD" clId="Web-{C0EA7DB0-4CD1-29F5-B8A8-92F24E500D76}" dt="2024-01-15T15:51:33.564" v="111"/>
      <pc:docMkLst>
        <pc:docMk/>
      </pc:docMkLst>
      <pc:sldChg chg="modSp">
        <pc:chgData name="Felipe Nova R." userId="S::fnovar@duoc.cl::de2c8997-0eba-4ec6-b19d-668cbf3ee05a" providerId="AD" clId="Web-{C0EA7DB0-4CD1-29F5-B8A8-92F24E500D76}" dt="2024-01-15T15:42:37.912" v="3" actId="1076"/>
        <pc:sldMkLst>
          <pc:docMk/>
          <pc:sldMk cId="3642932644" sldId="261"/>
        </pc:sldMkLst>
        <pc:spChg chg="mod">
          <ac:chgData name="Felipe Nova R." userId="S::fnovar@duoc.cl::de2c8997-0eba-4ec6-b19d-668cbf3ee05a" providerId="AD" clId="Web-{C0EA7DB0-4CD1-29F5-B8A8-92F24E500D76}" dt="2024-01-15T15:42:37.912" v="3" actId="1076"/>
          <ac:spMkLst>
            <pc:docMk/>
            <pc:sldMk cId="3642932644" sldId="261"/>
            <ac:spMk id="2" creationId="{9570841C-0ACF-DE6F-43AC-3E3396A2923B}"/>
          </ac:spMkLst>
        </pc:spChg>
      </pc:sldChg>
      <pc:sldChg chg="modSp">
        <pc:chgData name="Felipe Nova R." userId="S::fnovar@duoc.cl::de2c8997-0eba-4ec6-b19d-668cbf3ee05a" providerId="AD" clId="Web-{C0EA7DB0-4CD1-29F5-B8A8-92F24E500D76}" dt="2024-01-15T15:46:28.402" v="37" actId="1076"/>
        <pc:sldMkLst>
          <pc:docMk/>
          <pc:sldMk cId="2257653637" sldId="270"/>
        </pc:sldMkLst>
        <pc:spChg chg="mod">
          <ac:chgData name="Felipe Nova R." userId="S::fnovar@duoc.cl::de2c8997-0eba-4ec6-b19d-668cbf3ee05a" providerId="AD" clId="Web-{C0EA7DB0-4CD1-29F5-B8A8-92F24E500D76}" dt="2024-01-15T15:46:28.402" v="37" actId="1076"/>
          <ac:spMkLst>
            <pc:docMk/>
            <pc:sldMk cId="2257653637" sldId="270"/>
            <ac:spMk id="4" creationId="{8B7ACE31-74A9-95B3-1599-372FB822D0E6}"/>
          </ac:spMkLst>
        </pc:spChg>
      </pc:sldChg>
      <pc:sldChg chg="modSp">
        <pc:chgData name="Felipe Nova R." userId="S::fnovar@duoc.cl::de2c8997-0eba-4ec6-b19d-668cbf3ee05a" providerId="AD" clId="Web-{C0EA7DB0-4CD1-29F5-B8A8-92F24E500D76}" dt="2024-01-15T15:43:42.711" v="31" actId="1076"/>
        <pc:sldMkLst>
          <pc:docMk/>
          <pc:sldMk cId="3979444189" sldId="337"/>
        </pc:sldMkLst>
        <pc:spChg chg="mod">
          <ac:chgData name="Felipe Nova R." userId="S::fnovar@duoc.cl::de2c8997-0eba-4ec6-b19d-668cbf3ee05a" providerId="AD" clId="Web-{C0EA7DB0-4CD1-29F5-B8A8-92F24E500D76}" dt="2024-01-15T15:43:42.695" v="28" actId="1076"/>
          <ac:spMkLst>
            <pc:docMk/>
            <pc:sldMk cId="3979444189" sldId="337"/>
            <ac:spMk id="2" creationId="{BB682A31-584F-9147-8AFF-74CCB1A31917}"/>
          </ac:spMkLst>
        </pc:spChg>
        <pc:spChg chg="mod">
          <ac:chgData name="Felipe Nova R." userId="S::fnovar@duoc.cl::de2c8997-0eba-4ec6-b19d-668cbf3ee05a" providerId="AD" clId="Web-{C0EA7DB0-4CD1-29F5-B8A8-92F24E500D76}" dt="2024-01-15T15:43:42.695" v="29" actId="1076"/>
          <ac:spMkLst>
            <pc:docMk/>
            <pc:sldMk cId="3979444189" sldId="337"/>
            <ac:spMk id="4" creationId="{88EC8736-65D8-E0DD-BC72-525437BE3572}"/>
          </ac:spMkLst>
        </pc:spChg>
        <pc:spChg chg="mod">
          <ac:chgData name="Felipe Nova R." userId="S::fnovar@duoc.cl::de2c8997-0eba-4ec6-b19d-668cbf3ee05a" providerId="AD" clId="Web-{C0EA7DB0-4CD1-29F5-B8A8-92F24E500D76}" dt="2024-01-15T15:43:42.648" v="22" actId="1076"/>
          <ac:spMkLst>
            <pc:docMk/>
            <pc:sldMk cId="3979444189" sldId="337"/>
            <ac:spMk id="9" creationId="{8A3E674A-F038-D144-A91A-8FBF8FFE0F11}"/>
          </ac:spMkLst>
        </pc:spChg>
        <pc:spChg chg="mod">
          <ac:chgData name="Felipe Nova R." userId="S::fnovar@duoc.cl::de2c8997-0eba-4ec6-b19d-668cbf3ee05a" providerId="AD" clId="Web-{C0EA7DB0-4CD1-29F5-B8A8-92F24E500D76}" dt="2024-01-15T15:43:42.648" v="23" actId="1076"/>
          <ac:spMkLst>
            <pc:docMk/>
            <pc:sldMk cId="3979444189" sldId="337"/>
            <ac:spMk id="12" creationId="{BB375BB0-38DE-5947-A049-E37CBB392147}"/>
          </ac:spMkLst>
        </pc:spChg>
        <pc:spChg chg="mod">
          <ac:chgData name="Felipe Nova R." userId="S::fnovar@duoc.cl::de2c8997-0eba-4ec6-b19d-668cbf3ee05a" providerId="AD" clId="Web-{C0EA7DB0-4CD1-29F5-B8A8-92F24E500D76}" dt="2024-01-15T15:43:42.711" v="30" actId="1076"/>
          <ac:spMkLst>
            <pc:docMk/>
            <pc:sldMk cId="3979444189" sldId="337"/>
            <ac:spMk id="13" creationId="{EE8DCEDB-0701-9E4F-B841-31F2AEF95FCF}"/>
          </ac:spMkLst>
        </pc:spChg>
        <pc:spChg chg="mod">
          <ac:chgData name="Felipe Nova R." userId="S::fnovar@duoc.cl::de2c8997-0eba-4ec6-b19d-668cbf3ee05a" providerId="AD" clId="Web-{C0EA7DB0-4CD1-29F5-B8A8-92F24E500D76}" dt="2024-01-15T15:43:42.664" v="24" actId="1076"/>
          <ac:spMkLst>
            <pc:docMk/>
            <pc:sldMk cId="3979444189" sldId="337"/>
            <ac:spMk id="14" creationId="{D2775DA9-AA36-2B46-A647-A78656981246}"/>
          </ac:spMkLst>
        </pc:spChg>
        <pc:spChg chg="mod">
          <ac:chgData name="Felipe Nova R." userId="S::fnovar@duoc.cl::de2c8997-0eba-4ec6-b19d-668cbf3ee05a" providerId="AD" clId="Web-{C0EA7DB0-4CD1-29F5-B8A8-92F24E500D76}" dt="2024-01-15T15:43:42.711" v="31" actId="1076"/>
          <ac:spMkLst>
            <pc:docMk/>
            <pc:sldMk cId="3979444189" sldId="337"/>
            <ac:spMk id="15" creationId="{AC1579C5-4858-4D42-8518-8DA881E7E42D}"/>
          </ac:spMkLst>
        </pc:spChg>
        <pc:spChg chg="mod">
          <ac:chgData name="Felipe Nova R." userId="S::fnovar@duoc.cl::de2c8997-0eba-4ec6-b19d-668cbf3ee05a" providerId="AD" clId="Web-{C0EA7DB0-4CD1-29F5-B8A8-92F24E500D76}" dt="2024-01-15T15:43:42.679" v="26" actId="1076"/>
          <ac:spMkLst>
            <pc:docMk/>
            <pc:sldMk cId="3979444189" sldId="337"/>
            <ac:spMk id="16" creationId="{5AD2299A-27D1-AA45-A043-C0D64B734853}"/>
          </ac:spMkLst>
        </pc:spChg>
        <pc:spChg chg="mod">
          <ac:chgData name="Felipe Nova R." userId="S::fnovar@duoc.cl::de2c8997-0eba-4ec6-b19d-668cbf3ee05a" providerId="AD" clId="Web-{C0EA7DB0-4CD1-29F5-B8A8-92F24E500D76}" dt="2024-01-15T15:43:42.679" v="27" actId="1076"/>
          <ac:spMkLst>
            <pc:docMk/>
            <pc:sldMk cId="3979444189" sldId="337"/>
            <ac:spMk id="18" creationId="{5FEE1E9F-D6A8-614C-BB95-3AFA463327D0}"/>
          </ac:spMkLst>
        </pc:spChg>
        <pc:spChg chg="mod">
          <ac:chgData name="Felipe Nova R." userId="S::fnovar@duoc.cl::de2c8997-0eba-4ec6-b19d-668cbf3ee05a" providerId="AD" clId="Web-{C0EA7DB0-4CD1-29F5-B8A8-92F24E500D76}" dt="2024-01-15T15:43:42.664" v="25" actId="1076"/>
          <ac:spMkLst>
            <pc:docMk/>
            <pc:sldMk cId="3979444189" sldId="337"/>
            <ac:spMk id="21" creationId="{325E44F9-8B81-FD43-8DCF-00283585DD6D}"/>
          </ac:spMkLst>
        </pc:spChg>
      </pc:sldChg>
      <pc:sldChg chg="modSp">
        <pc:chgData name="Felipe Nova R." userId="S::fnovar@duoc.cl::de2c8997-0eba-4ec6-b19d-668cbf3ee05a" providerId="AD" clId="Web-{C0EA7DB0-4CD1-29F5-B8A8-92F24E500D76}" dt="2024-01-15T15:49:48.093" v="82" actId="1076"/>
        <pc:sldMkLst>
          <pc:docMk/>
          <pc:sldMk cId="1067811435" sldId="341"/>
        </pc:sldMkLst>
        <pc:spChg chg="mod">
          <ac:chgData name="Felipe Nova R." userId="S::fnovar@duoc.cl::de2c8997-0eba-4ec6-b19d-668cbf3ee05a" providerId="AD" clId="Web-{C0EA7DB0-4CD1-29F5-B8A8-92F24E500D76}" dt="2024-01-15T15:49:38.171" v="78" actId="1076"/>
          <ac:spMkLst>
            <pc:docMk/>
            <pc:sldMk cId="1067811435" sldId="341"/>
            <ac:spMk id="2" creationId="{7232B839-E8CF-BF4D-93B8-0EE81E2A4A95}"/>
          </ac:spMkLst>
        </pc:spChg>
        <pc:spChg chg="mod">
          <ac:chgData name="Felipe Nova R." userId="S::fnovar@duoc.cl::de2c8997-0eba-4ec6-b19d-668cbf3ee05a" providerId="AD" clId="Web-{C0EA7DB0-4CD1-29F5-B8A8-92F24E500D76}" dt="2024-01-15T15:49:43.656" v="80" actId="1076"/>
          <ac:spMkLst>
            <pc:docMk/>
            <pc:sldMk cId="1067811435" sldId="341"/>
            <ac:spMk id="3" creationId="{E6CF78EF-6E6E-D5DF-3D7B-2D5C1BA62B53}"/>
          </ac:spMkLst>
        </pc:spChg>
        <pc:picChg chg="mod">
          <ac:chgData name="Felipe Nova R." userId="S::fnovar@duoc.cl::de2c8997-0eba-4ec6-b19d-668cbf3ee05a" providerId="AD" clId="Web-{C0EA7DB0-4CD1-29F5-B8A8-92F24E500D76}" dt="2024-01-15T15:49:48.093" v="82" actId="1076"/>
          <ac:picMkLst>
            <pc:docMk/>
            <pc:sldMk cId="1067811435" sldId="341"/>
            <ac:picMk id="1026" creationId="{C5C1803D-2919-76B5-2886-86FBD4B168FF}"/>
          </ac:picMkLst>
        </pc:picChg>
      </pc:sldChg>
      <pc:sldChg chg="modSp">
        <pc:chgData name="Felipe Nova R." userId="S::fnovar@duoc.cl::de2c8997-0eba-4ec6-b19d-668cbf3ee05a" providerId="AD" clId="Web-{C0EA7DB0-4CD1-29F5-B8A8-92F24E500D76}" dt="2024-01-15T15:51:05.251" v="106" actId="20577"/>
        <pc:sldMkLst>
          <pc:docMk/>
          <pc:sldMk cId="3056958803" sldId="342"/>
        </pc:sldMkLst>
        <pc:spChg chg="mod">
          <ac:chgData name="Felipe Nova R." userId="S::fnovar@duoc.cl::de2c8997-0eba-4ec6-b19d-668cbf3ee05a" providerId="AD" clId="Web-{C0EA7DB0-4CD1-29F5-B8A8-92F24E500D76}" dt="2024-01-15T15:51:05.251" v="106" actId="20577"/>
          <ac:spMkLst>
            <pc:docMk/>
            <pc:sldMk cId="3056958803" sldId="342"/>
            <ac:spMk id="3" creationId="{CFD57520-3D2E-37CD-7E5E-37421237B43D}"/>
          </ac:spMkLst>
        </pc:spChg>
      </pc:sldChg>
      <pc:sldChg chg="modSp">
        <pc:chgData name="Felipe Nova R." userId="S::fnovar@duoc.cl::de2c8997-0eba-4ec6-b19d-668cbf3ee05a" providerId="AD" clId="Web-{C0EA7DB0-4CD1-29F5-B8A8-92F24E500D76}" dt="2024-01-15T15:51:22.986" v="109" actId="1076"/>
        <pc:sldMkLst>
          <pc:docMk/>
          <pc:sldMk cId="2209943334" sldId="343"/>
        </pc:sldMkLst>
        <pc:spChg chg="mod">
          <ac:chgData name="Felipe Nova R." userId="S::fnovar@duoc.cl::de2c8997-0eba-4ec6-b19d-668cbf3ee05a" providerId="AD" clId="Web-{C0EA7DB0-4CD1-29F5-B8A8-92F24E500D76}" dt="2024-01-15T15:51:22.986" v="109" actId="1076"/>
          <ac:spMkLst>
            <pc:docMk/>
            <pc:sldMk cId="2209943334" sldId="343"/>
            <ac:spMk id="2" creationId="{E507742C-DF09-1C18-86CB-6F4CD1A149DC}"/>
          </ac:spMkLst>
        </pc:spChg>
      </pc:sldChg>
      <pc:sldChg chg="modSp">
        <pc:chgData name="Felipe Nova R." userId="S::fnovar@duoc.cl::de2c8997-0eba-4ec6-b19d-668cbf3ee05a" providerId="AD" clId="Web-{C0EA7DB0-4CD1-29F5-B8A8-92F24E500D76}" dt="2024-01-15T15:47:17.793" v="43" actId="1076"/>
        <pc:sldMkLst>
          <pc:docMk/>
          <pc:sldMk cId="2516443387" sldId="379"/>
        </pc:sldMkLst>
        <pc:spChg chg="mod">
          <ac:chgData name="Felipe Nova R." userId="S::fnovar@duoc.cl::de2c8997-0eba-4ec6-b19d-668cbf3ee05a" providerId="AD" clId="Web-{C0EA7DB0-4CD1-29F5-B8A8-92F24E500D76}" dt="2024-01-15T15:47:09.481" v="40" actId="1076"/>
          <ac:spMkLst>
            <pc:docMk/>
            <pc:sldMk cId="2516443387" sldId="379"/>
            <ac:spMk id="2" creationId="{1F11FCC6-3B49-9D46-8B62-80E94C906F0A}"/>
          </ac:spMkLst>
        </pc:spChg>
        <pc:spChg chg="mod">
          <ac:chgData name="Felipe Nova R." userId="S::fnovar@duoc.cl::de2c8997-0eba-4ec6-b19d-668cbf3ee05a" providerId="AD" clId="Web-{C0EA7DB0-4CD1-29F5-B8A8-92F24E500D76}" dt="2024-01-15T15:47:17.793" v="43" actId="1076"/>
          <ac:spMkLst>
            <pc:docMk/>
            <pc:sldMk cId="2516443387" sldId="379"/>
            <ac:spMk id="3" creationId="{052FBD23-F91F-13EF-5811-E0CBB6883C5D}"/>
          </ac:spMkLst>
        </pc:spChg>
      </pc:sldChg>
      <pc:sldChg chg="modSp">
        <pc:chgData name="Felipe Nova R." userId="S::fnovar@duoc.cl::de2c8997-0eba-4ec6-b19d-668cbf3ee05a" providerId="AD" clId="Web-{C0EA7DB0-4CD1-29F5-B8A8-92F24E500D76}" dt="2024-01-15T15:43:52.758" v="34" actId="1076"/>
        <pc:sldMkLst>
          <pc:docMk/>
          <pc:sldMk cId="2704335212" sldId="421"/>
        </pc:sldMkLst>
        <pc:spChg chg="mod">
          <ac:chgData name="Felipe Nova R." userId="S::fnovar@duoc.cl::de2c8997-0eba-4ec6-b19d-668cbf3ee05a" providerId="AD" clId="Web-{C0EA7DB0-4CD1-29F5-B8A8-92F24E500D76}" dt="2024-01-15T15:43:52.758" v="34" actId="1076"/>
          <ac:spMkLst>
            <pc:docMk/>
            <pc:sldMk cId="2704335212" sldId="421"/>
            <ac:spMk id="4" creationId="{F12E5DD1-8A4B-F51E-6491-97AACEF5608B}"/>
          </ac:spMkLst>
        </pc:spChg>
      </pc:sldChg>
      <pc:sldChg chg="modSp">
        <pc:chgData name="Felipe Nova R." userId="S::fnovar@duoc.cl::de2c8997-0eba-4ec6-b19d-668cbf3ee05a" providerId="AD" clId="Web-{C0EA7DB0-4CD1-29F5-B8A8-92F24E500D76}" dt="2024-01-15T15:47:52.560" v="51" actId="1076"/>
        <pc:sldMkLst>
          <pc:docMk/>
          <pc:sldMk cId="3074198779" sldId="451"/>
        </pc:sldMkLst>
        <pc:spChg chg="mod">
          <ac:chgData name="Felipe Nova R." userId="S::fnovar@duoc.cl::de2c8997-0eba-4ec6-b19d-668cbf3ee05a" providerId="AD" clId="Web-{C0EA7DB0-4CD1-29F5-B8A8-92F24E500D76}" dt="2024-01-15T15:47:30.387" v="45" actId="1076"/>
          <ac:spMkLst>
            <pc:docMk/>
            <pc:sldMk cId="3074198779" sldId="451"/>
            <ac:spMk id="2" creationId="{1F11FCC6-3B49-9D46-8B62-80E94C906F0A}"/>
          </ac:spMkLst>
        </pc:spChg>
        <pc:spChg chg="mod">
          <ac:chgData name="Felipe Nova R." userId="S::fnovar@duoc.cl::de2c8997-0eba-4ec6-b19d-668cbf3ee05a" providerId="AD" clId="Web-{C0EA7DB0-4CD1-29F5-B8A8-92F24E500D76}" dt="2024-01-15T15:47:52.560" v="51" actId="1076"/>
          <ac:spMkLst>
            <pc:docMk/>
            <pc:sldMk cId="3074198779" sldId="451"/>
            <ac:spMk id="3" creationId="{052FBD23-F91F-13EF-5811-E0CBB6883C5D}"/>
          </ac:spMkLst>
        </pc:spChg>
      </pc:sldChg>
      <pc:sldChg chg="modSp">
        <pc:chgData name="Felipe Nova R." userId="S::fnovar@duoc.cl::de2c8997-0eba-4ec6-b19d-668cbf3ee05a" providerId="AD" clId="Web-{C0EA7DB0-4CD1-29F5-B8A8-92F24E500D76}" dt="2024-01-15T15:48:03.966" v="55" actId="1076"/>
        <pc:sldMkLst>
          <pc:docMk/>
          <pc:sldMk cId="3187700474" sldId="452"/>
        </pc:sldMkLst>
        <pc:spChg chg="mod">
          <ac:chgData name="Felipe Nova R." userId="S::fnovar@duoc.cl::de2c8997-0eba-4ec6-b19d-668cbf3ee05a" providerId="AD" clId="Web-{C0EA7DB0-4CD1-29F5-B8A8-92F24E500D76}" dt="2024-01-15T15:48:03.966" v="55" actId="1076"/>
          <ac:spMkLst>
            <pc:docMk/>
            <pc:sldMk cId="3187700474" sldId="452"/>
            <ac:spMk id="2" creationId="{1F11FCC6-3B49-9D46-8B62-80E94C906F0A}"/>
          </ac:spMkLst>
        </pc:spChg>
        <pc:spChg chg="mod">
          <ac:chgData name="Felipe Nova R." userId="S::fnovar@duoc.cl::de2c8997-0eba-4ec6-b19d-668cbf3ee05a" providerId="AD" clId="Web-{C0EA7DB0-4CD1-29F5-B8A8-92F24E500D76}" dt="2024-01-15T15:48:00.372" v="53" actId="1076"/>
          <ac:spMkLst>
            <pc:docMk/>
            <pc:sldMk cId="3187700474" sldId="452"/>
            <ac:spMk id="3" creationId="{052FBD23-F91F-13EF-5811-E0CBB6883C5D}"/>
          </ac:spMkLst>
        </pc:spChg>
      </pc:sldChg>
      <pc:sldChg chg="modSp">
        <pc:chgData name="Felipe Nova R." userId="S::fnovar@duoc.cl::de2c8997-0eba-4ec6-b19d-668cbf3ee05a" providerId="AD" clId="Web-{C0EA7DB0-4CD1-29F5-B8A8-92F24E500D76}" dt="2024-01-15T15:48:26.279" v="62" actId="1076"/>
        <pc:sldMkLst>
          <pc:docMk/>
          <pc:sldMk cId="3213402226" sldId="453"/>
        </pc:sldMkLst>
        <pc:spChg chg="mod">
          <ac:chgData name="Felipe Nova R." userId="S::fnovar@duoc.cl::de2c8997-0eba-4ec6-b19d-668cbf3ee05a" providerId="AD" clId="Web-{C0EA7DB0-4CD1-29F5-B8A8-92F24E500D76}" dt="2024-01-15T15:48:26.279" v="62" actId="1076"/>
          <ac:spMkLst>
            <pc:docMk/>
            <pc:sldMk cId="3213402226" sldId="453"/>
            <ac:spMk id="2" creationId="{1F11FCC6-3B49-9D46-8B62-80E94C906F0A}"/>
          </ac:spMkLst>
        </pc:spChg>
        <pc:spChg chg="mod">
          <ac:chgData name="Felipe Nova R." userId="S::fnovar@duoc.cl::de2c8997-0eba-4ec6-b19d-668cbf3ee05a" providerId="AD" clId="Web-{C0EA7DB0-4CD1-29F5-B8A8-92F24E500D76}" dt="2024-01-15T15:48:20.373" v="60" actId="1076"/>
          <ac:spMkLst>
            <pc:docMk/>
            <pc:sldMk cId="3213402226" sldId="453"/>
            <ac:spMk id="3" creationId="{052FBD23-F91F-13EF-5811-E0CBB6883C5D}"/>
          </ac:spMkLst>
        </pc:spChg>
        <pc:picChg chg="mod">
          <ac:chgData name="Felipe Nova R." userId="S::fnovar@duoc.cl::de2c8997-0eba-4ec6-b19d-668cbf3ee05a" providerId="AD" clId="Web-{C0EA7DB0-4CD1-29F5-B8A8-92F24E500D76}" dt="2024-01-15T15:48:22.076" v="61" actId="1076"/>
          <ac:picMkLst>
            <pc:docMk/>
            <pc:sldMk cId="3213402226" sldId="453"/>
            <ac:picMk id="4" creationId="{4BFB8BA8-A075-E5CF-6A0D-5977A1C66A7D}"/>
          </ac:picMkLst>
        </pc:picChg>
      </pc:sldChg>
      <pc:sldChg chg="modSp">
        <pc:chgData name="Felipe Nova R." userId="S::fnovar@duoc.cl::de2c8997-0eba-4ec6-b19d-668cbf3ee05a" providerId="AD" clId="Web-{C0EA7DB0-4CD1-29F5-B8A8-92F24E500D76}" dt="2024-01-15T15:48:52.873" v="69" actId="1076"/>
        <pc:sldMkLst>
          <pc:docMk/>
          <pc:sldMk cId="4062419084" sldId="454"/>
        </pc:sldMkLst>
        <pc:spChg chg="mod">
          <ac:chgData name="Felipe Nova R." userId="S::fnovar@duoc.cl::de2c8997-0eba-4ec6-b19d-668cbf3ee05a" providerId="AD" clId="Web-{C0EA7DB0-4CD1-29F5-B8A8-92F24E500D76}" dt="2024-01-15T15:48:30.826" v="64" actId="1076"/>
          <ac:spMkLst>
            <pc:docMk/>
            <pc:sldMk cId="4062419084" sldId="454"/>
            <ac:spMk id="2" creationId="{1F11FCC6-3B49-9D46-8B62-80E94C906F0A}"/>
          </ac:spMkLst>
        </pc:spChg>
        <pc:spChg chg="mod">
          <ac:chgData name="Felipe Nova R." userId="S::fnovar@duoc.cl::de2c8997-0eba-4ec6-b19d-668cbf3ee05a" providerId="AD" clId="Web-{C0EA7DB0-4CD1-29F5-B8A8-92F24E500D76}" dt="2024-01-15T15:48:46.342" v="68" actId="1076"/>
          <ac:spMkLst>
            <pc:docMk/>
            <pc:sldMk cId="4062419084" sldId="454"/>
            <ac:spMk id="3" creationId="{052FBD23-F91F-13EF-5811-E0CBB6883C5D}"/>
          </ac:spMkLst>
        </pc:spChg>
        <pc:spChg chg="mod">
          <ac:chgData name="Felipe Nova R." userId="S::fnovar@duoc.cl::de2c8997-0eba-4ec6-b19d-668cbf3ee05a" providerId="AD" clId="Web-{C0EA7DB0-4CD1-29F5-B8A8-92F24E500D76}" dt="2024-01-15T15:48:52.873" v="69" actId="1076"/>
          <ac:spMkLst>
            <pc:docMk/>
            <pc:sldMk cId="4062419084" sldId="454"/>
            <ac:spMk id="5" creationId="{99C002E0-39DA-86FD-40EC-67310EC6D47C}"/>
          </ac:spMkLst>
        </pc:spChg>
        <pc:picChg chg="mod">
          <ac:chgData name="Felipe Nova R." userId="S::fnovar@duoc.cl::de2c8997-0eba-4ec6-b19d-668cbf3ee05a" providerId="AD" clId="Web-{C0EA7DB0-4CD1-29F5-B8A8-92F24E500D76}" dt="2024-01-15T15:48:41.811" v="67" actId="1076"/>
          <ac:picMkLst>
            <pc:docMk/>
            <pc:sldMk cId="4062419084" sldId="454"/>
            <ac:picMk id="4" creationId="{A062A3BB-DFED-93AD-0F36-A6FD372058D5}"/>
          </ac:picMkLst>
        </pc:picChg>
      </pc:sldChg>
      <pc:sldChg chg="modSp">
        <pc:chgData name="Felipe Nova R." userId="S::fnovar@duoc.cl::de2c8997-0eba-4ec6-b19d-668cbf3ee05a" providerId="AD" clId="Web-{C0EA7DB0-4CD1-29F5-B8A8-92F24E500D76}" dt="2024-01-15T15:49:08.889" v="76" actId="1076"/>
        <pc:sldMkLst>
          <pc:docMk/>
          <pc:sldMk cId="3606576638" sldId="455"/>
        </pc:sldMkLst>
        <pc:spChg chg="mod">
          <ac:chgData name="Felipe Nova R." userId="S::fnovar@duoc.cl::de2c8997-0eba-4ec6-b19d-668cbf3ee05a" providerId="AD" clId="Web-{C0EA7DB0-4CD1-29F5-B8A8-92F24E500D76}" dt="2024-01-15T15:48:59.327" v="72" actId="1076"/>
          <ac:spMkLst>
            <pc:docMk/>
            <pc:sldMk cId="3606576638" sldId="455"/>
            <ac:spMk id="2" creationId="{1F11FCC6-3B49-9D46-8B62-80E94C906F0A}"/>
          </ac:spMkLst>
        </pc:spChg>
        <pc:spChg chg="mod">
          <ac:chgData name="Felipe Nova R." userId="S::fnovar@duoc.cl::de2c8997-0eba-4ec6-b19d-668cbf3ee05a" providerId="AD" clId="Web-{C0EA7DB0-4CD1-29F5-B8A8-92F24E500D76}" dt="2024-01-15T15:49:05.077" v="73" actId="1076"/>
          <ac:spMkLst>
            <pc:docMk/>
            <pc:sldMk cId="3606576638" sldId="455"/>
            <ac:spMk id="3" creationId="{052FBD23-F91F-13EF-5811-E0CBB6883C5D}"/>
          </ac:spMkLst>
        </pc:spChg>
        <pc:picChg chg="mod">
          <ac:chgData name="Felipe Nova R." userId="S::fnovar@duoc.cl::de2c8997-0eba-4ec6-b19d-668cbf3ee05a" providerId="AD" clId="Web-{C0EA7DB0-4CD1-29F5-B8A8-92F24E500D76}" dt="2024-01-15T15:49:08.889" v="76" actId="1076"/>
          <ac:picMkLst>
            <pc:docMk/>
            <pc:sldMk cId="3606576638" sldId="455"/>
            <ac:picMk id="6" creationId="{A2579148-4FA4-FDA9-7EF0-2E14BBB6FA4C}"/>
          </ac:picMkLst>
        </pc:picChg>
      </pc:sldChg>
      <pc:sldChg chg="modSp">
        <pc:chgData name="Felipe Nova R." userId="S::fnovar@duoc.cl::de2c8997-0eba-4ec6-b19d-668cbf3ee05a" providerId="AD" clId="Web-{C0EA7DB0-4CD1-29F5-B8A8-92F24E500D76}" dt="2024-01-15T15:50:23.719" v="97" actId="20577"/>
        <pc:sldMkLst>
          <pc:docMk/>
          <pc:sldMk cId="3879255868" sldId="456"/>
        </pc:sldMkLst>
        <pc:spChg chg="mod">
          <ac:chgData name="Felipe Nova R." userId="S::fnovar@duoc.cl::de2c8997-0eba-4ec6-b19d-668cbf3ee05a" providerId="AD" clId="Web-{C0EA7DB0-4CD1-29F5-B8A8-92F24E500D76}" dt="2024-01-15T15:49:54.500" v="84" actId="1076"/>
          <ac:spMkLst>
            <pc:docMk/>
            <pc:sldMk cId="3879255868" sldId="456"/>
            <ac:spMk id="2" creationId="{7232B839-E8CF-BF4D-93B8-0EE81E2A4A95}"/>
          </ac:spMkLst>
        </pc:spChg>
        <pc:spChg chg="mod">
          <ac:chgData name="Felipe Nova R." userId="S::fnovar@duoc.cl::de2c8997-0eba-4ec6-b19d-668cbf3ee05a" providerId="AD" clId="Web-{C0EA7DB0-4CD1-29F5-B8A8-92F24E500D76}" dt="2024-01-15T15:50:23.719" v="97" actId="20577"/>
          <ac:spMkLst>
            <pc:docMk/>
            <pc:sldMk cId="3879255868" sldId="456"/>
            <ac:spMk id="3" creationId="{E6CF78EF-6E6E-D5DF-3D7B-2D5C1BA62B53}"/>
          </ac:spMkLst>
        </pc:spChg>
      </pc:sldChg>
      <pc:sldChg chg="modSp">
        <pc:chgData name="Felipe Nova R." userId="S::fnovar@duoc.cl::de2c8997-0eba-4ec6-b19d-668cbf3ee05a" providerId="AD" clId="Web-{C0EA7DB0-4CD1-29F5-B8A8-92F24E500D76}" dt="2024-01-15T15:50:48.329" v="102" actId="1076"/>
        <pc:sldMkLst>
          <pc:docMk/>
          <pc:sldMk cId="735847392" sldId="457"/>
        </pc:sldMkLst>
        <pc:spChg chg="mod">
          <ac:chgData name="Felipe Nova R." userId="S::fnovar@duoc.cl::de2c8997-0eba-4ec6-b19d-668cbf3ee05a" providerId="AD" clId="Web-{C0EA7DB0-4CD1-29F5-B8A8-92F24E500D76}" dt="2024-01-15T15:50:29.688" v="98" actId="20577"/>
          <ac:spMkLst>
            <pc:docMk/>
            <pc:sldMk cId="735847392" sldId="457"/>
            <ac:spMk id="2" creationId="{7232B839-E8CF-BF4D-93B8-0EE81E2A4A95}"/>
          </ac:spMkLst>
        </pc:spChg>
        <pc:spChg chg="mod">
          <ac:chgData name="Felipe Nova R." userId="S::fnovar@duoc.cl::de2c8997-0eba-4ec6-b19d-668cbf3ee05a" providerId="AD" clId="Web-{C0EA7DB0-4CD1-29F5-B8A8-92F24E500D76}" dt="2024-01-15T15:50:48.329" v="102" actId="1076"/>
          <ac:spMkLst>
            <pc:docMk/>
            <pc:sldMk cId="735847392" sldId="457"/>
            <ac:spMk id="3" creationId="{E6CF78EF-6E6E-D5DF-3D7B-2D5C1BA62B53}"/>
          </ac:spMkLst>
        </pc:spChg>
        <pc:picChg chg="mod">
          <ac:chgData name="Felipe Nova R." userId="S::fnovar@duoc.cl::de2c8997-0eba-4ec6-b19d-668cbf3ee05a" providerId="AD" clId="Web-{C0EA7DB0-4CD1-29F5-B8A8-92F24E500D76}" dt="2024-01-15T15:50:40.157" v="99" actId="1076"/>
          <ac:picMkLst>
            <pc:docMk/>
            <pc:sldMk cId="735847392" sldId="457"/>
            <ac:picMk id="7" creationId="{E6849AB2-885D-2691-7C95-8F1D7AC832C3}"/>
          </ac:picMkLst>
        </pc:picChg>
      </pc:sldChg>
      <pc:sldChg chg="modSp">
        <pc:chgData name="Felipe Nova R." userId="S::fnovar@duoc.cl::de2c8997-0eba-4ec6-b19d-668cbf3ee05a" providerId="AD" clId="Web-{C0EA7DB0-4CD1-29F5-B8A8-92F24E500D76}" dt="2024-01-15T15:50:52.001" v="103" actId="20577"/>
        <pc:sldMkLst>
          <pc:docMk/>
          <pc:sldMk cId="1692044336" sldId="458"/>
        </pc:sldMkLst>
        <pc:spChg chg="mod">
          <ac:chgData name="Felipe Nova R." userId="S::fnovar@duoc.cl::de2c8997-0eba-4ec6-b19d-668cbf3ee05a" providerId="AD" clId="Web-{C0EA7DB0-4CD1-29F5-B8A8-92F24E500D76}" dt="2024-01-15T15:50:52.001" v="103" actId="20577"/>
          <ac:spMkLst>
            <pc:docMk/>
            <pc:sldMk cId="1692044336" sldId="458"/>
            <ac:spMk id="2" creationId="{7232B839-E8CF-BF4D-93B8-0EE81E2A4A95}"/>
          </ac:spMkLst>
        </pc:spChg>
      </pc:sldChg>
      <pc:sldChg chg="del">
        <pc:chgData name="Felipe Nova R." userId="S::fnovar@duoc.cl::de2c8997-0eba-4ec6-b19d-668cbf3ee05a" providerId="AD" clId="Web-{C0EA7DB0-4CD1-29F5-B8A8-92F24E500D76}" dt="2024-01-15T15:51:33.564" v="111"/>
        <pc:sldMkLst>
          <pc:docMk/>
          <pc:sldMk cId="884039682" sldId="459"/>
        </pc:sldMkLst>
      </pc:sldChg>
      <pc:sldChg chg="add replId">
        <pc:chgData name="Felipe Nova R." userId="S::fnovar@duoc.cl::de2c8997-0eba-4ec6-b19d-668cbf3ee05a" providerId="AD" clId="Web-{C0EA7DB0-4CD1-29F5-B8A8-92F24E500D76}" dt="2024-01-15T15:51:31.502" v="110"/>
        <pc:sldMkLst>
          <pc:docMk/>
          <pc:sldMk cId="4196079177" sldId="46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200DC4-7B29-4A9C-A3D0-64B8CCD468AC}" type="doc">
      <dgm:prSet loTypeId="urn:microsoft.com/office/officeart/2008/layout/VerticalCurvedList" loCatId="list" qsTypeId="urn:microsoft.com/office/officeart/2005/8/quickstyle/simple1" qsCatId="simple" csTypeId="urn:microsoft.com/office/officeart/2005/8/colors/colorful1" csCatId="colorful" phldr="1"/>
      <dgm:spPr/>
      <dgm:t>
        <a:bodyPr/>
        <a:lstStyle/>
        <a:p>
          <a:endParaRPr lang="es-CL"/>
        </a:p>
      </dgm:t>
    </dgm:pt>
    <dgm:pt modelId="{9CBA2997-0ECF-451A-917F-B7DF2119737E}">
      <dgm:prSet phldrT="[Texto]"/>
      <dgm:spPr/>
      <dgm:t>
        <a:bodyPr/>
        <a:lstStyle/>
        <a:p>
          <a:r>
            <a:rPr lang="es-CL" dirty="0"/>
            <a:t>Se puede ejecutar en muchos navegadores y sistemas operativos </a:t>
          </a:r>
        </a:p>
      </dgm:t>
    </dgm:pt>
    <dgm:pt modelId="{A1924E0B-A488-41D4-A31D-128FEB9F5ED0}" type="parTrans" cxnId="{A06EC3BB-AB1E-4494-A376-BF0596ED45D1}">
      <dgm:prSet/>
      <dgm:spPr/>
      <dgm:t>
        <a:bodyPr/>
        <a:lstStyle/>
        <a:p>
          <a:endParaRPr lang="es-CL"/>
        </a:p>
      </dgm:t>
    </dgm:pt>
    <dgm:pt modelId="{784199B7-8197-4AD1-8E39-BEECD3EC04D7}" type="sibTrans" cxnId="{A06EC3BB-AB1E-4494-A376-BF0596ED45D1}">
      <dgm:prSet/>
      <dgm:spPr/>
      <dgm:t>
        <a:bodyPr/>
        <a:lstStyle/>
        <a:p>
          <a:endParaRPr lang="es-CL"/>
        </a:p>
      </dgm:t>
    </dgm:pt>
    <dgm:pt modelId="{089B660D-A9DC-4BDF-84DB-E34FCF5C10DB}">
      <dgm:prSet phldrT="[Texto]"/>
      <dgm:spPr/>
      <dgm:t>
        <a:bodyPr/>
        <a:lstStyle/>
        <a:p>
          <a:r>
            <a:rPr lang="es-MX" b="0" i="0" dirty="0"/>
            <a:t>Posee un IDE que permite aumentar la automatización, haciendo mas sencillo su utilización</a:t>
          </a:r>
          <a:endParaRPr lang="es-CL" dirty="0"/>
        </a:p>
      </dgm:t>
    </dgm:pt>
    <dgm:pt modelId="{236E69A7-142C-4CCF-AD89-66B47DAFCC9C}" type="parTrans" cxnId="{D7203505-DF3D-4096-B647-D0E5B6694235}">
      <dgm:prSet/>
      <dgm:spPr/>
      <dgm:t>
        <a:bodyPr/>
        <a:lstStyle/>
        <a:p>
          <a:endParaRPr lang="es-CL"/>
        </a:p>
      </dgm:t>
    </dgm:pt>
    <dgm:pt modelId="{A38105F4-5B3F-4C2B-BA1B-7EE476953C6D}" type="sibTrans" cxnId="{D7203505-DF3D-4096-B647-D0E5B6694235}">
      <dgm:prSet/>
      <dgm:spPr/>
      <dgm:t>
        <a:bodyPr/>
        <a:lstStyle/>
        <a:p>
          <a:endParaRPr lang="es-CL"/>
        </a:p>
      </dgm:t>
    </dgm:pt>
    <dgm:pt modelId="{2FD1EF4B-3DCB-472E-B0A4-52203DE17D34}">
      <dgm:prSet phldrT="[Texto]"/>
      <dgm:spPr/>
      <dgm:t>
        <a:bodyPr/>
        <a:lstStyle/>
        <a:p>
          <a:r>
            <a:rPr lang="es-CL" dirty="0"/>
            <a:t>Es capaz de probar las aplicaciones desde la perspectiva del usuario</a:t>
          </a:r>
        </a:p>
      </dgm:t>
    </dgm:pt>
    <dgm:pt modelId="{E39EC7F8-CD33-4D66-AEBF-55177DE9F428}" type="sibTrans" cxnId="{289EFD11-0677-4C98-B84F-6BC910A44E40}">
      <dgm:prSet/>
      <dgm:spPr/>
      <dgm:t>
        <a:bodyPr/>
        <a:lstStyle/>
        <a:p>
          <a:endParaRPr lang="es-CL"/>
        </a:p>
      </dgm:t>
    </dgm:pt>
    <dgm:pt modelId="{5C70854B-454A-4E07-935F-43095EC90AB2}" type="parTrans" cxnId="{289EFD11-0677-4C98-B84F-6BC910A44E40}">
      <dgm:prSet/>
      <dgm:spPr/>
      <dgm:t>
        <a:bodyPr/>
        <a:lstStyle/>
        <a:p>
          <a:endParaRPr lang="es-CL"/>
        </a:p>
      </dgm:t>
    </dgm:pt>
    <dgm:pt modelId="{BE435CB5-0B24-4B23-ADC0-F297809A567B}" type="pres">
      <dgm:prSet presAssocID="{65200DC4-7B29-4A9C-A3D0-64B8CCD468AC}" presName="Name0" presStyleCnt="0">
        <dgm:presLayoutVars>
          <dgm:chMax val="7"/>
          <dgm:chPref val="7"/>
          <dgm:dir/>
        </dgm:presLayoutVars>
      </dgm:prSet>
      <dgm:spPr/>
    </dgm:pt>
    <dgm:pt modelId="{52766715-F42C-4F27-8466-8C3F1D8FAADE}" type="pres">
      <dgm:prSet presAssocID="{65200DC4-7B29-4A9C-A3D0-64B8CCD468AC}" presName="Name1" presStyleCnt="0"/>
      <dgm:spPr/>
    </dgm:pt>
    <dgm:pt modelId="{65FBF93E-E075-4653-B732-9898FEBECD1C}" type="pres">
      <dgm:prSet presAssocID="{65200DC4-7B29-4A9C-A3D0-64B8CCD468AC}" presName="cycle" presStyleCnt="0"/>
      <dgm:spPr/>
    </dgm:pt>
    <dgm:pt modelId="{EB69D598-1E15-47BD-908B-35E9B920D4CA}" type="pres">
      <dgm:prSet presAssocID="{65200DC4-7B29-4A9C-A3D0-64B8CCD468AC}" presName="srcNode" presStyleLbl="node1" presStyleIdx="0" presStyleCnt="3"/>
      <dgm:spPr/>
    </dgm:pt>
    <dgm:pt modelId="{174885E7-FB9E-4D33-9514-DA1CD736FFE2}" type="pres">
      <dgm:prSet presAssocID="{65200DC4-7B29-4A9C-A3D0-64B8CCD468AC}" presName="conn" presStyleLbl="parChTrans1D2" presStyleIdx="0" presStyleCnt="1"/>
      <dgm:spPr/>
    </dgm:pt>
    <dgm:pt modelId="{202F2427-32CE-48F4-AA6A-2D03A324E9E1}" type="pres">
      <dgm:prSet presAssocID="{65200DC4-7B29-4A9C-A3D0-64B8CCD468AC}" presName="extraNode" presStyleLbl="node1" presStyleIdx="0" presStyleCnt="3"/>
      <dgm:spPr/>
    </dgm:pt>
    <dgm:pt modelId="{D74E28D4-063E-4E3F-BECD-DDAE8DF83E6F}" type="pres">
      <dgm:prSet presAssocID="{65200DC4-7B29-4A9C-A3D0-64B8CCD468AC}" presName="dstNode" presStyleLbl="node1" presStyleIdx="0" presStyleCnt="3"/>
      <dgm:spPr/>
    </dgm:pt>
    <dgm:pt modelId="{8DE112B8-F9D8-459E-9CA1-25D9D0B706D5}" type="pres">
      <dgm:prSet presAssocID="{9CBA2997-0ECF-451A-917F-B7DF2119737E}" presName="text_1" presStyleLbl="node1" presStyleIdx="0" presStyleCnt="3">
        <dgm:presLayoutVars>
          <dgm:bulletEnabled val="1"/>
        </dgm:presLayoutVars>
      </dgm:prSet>
      <dgm:spPr/>
    </dgm:pt>
    <dgm:pt modelId="{0ABC3AB0-F43C-4B4A-8AF4-A8BA5AC10C0B}" type="pres">
      <dgm:prSet presAssocID="{9CBA2997-0ECF-451A-917F-B7DF2119737E}" presName="accent_1" presStyleCnt="0"/>
      <dgm:spPr/>
    </dgm:pt>
    <dgm:pt modelId="{D344D1E0-3B7E-41A6-9271-9A88BBF24BD4}" type="pres">
      <dgm:prSet presAssocID="{9CBA2997-0ECF-451A-917F-B7DF2119737E}" presName="accentRepeatNode" presStyleLbl="solidFgAcc1" presStyleIdx="0" presStyleCnt="3"/>
      <dgm:spPr/>
    </dgm:pt>
    <dgm:pt modelId="{45C39292-7C26-42B3-AC8D-7B19EE9CBECA}" type="pres">
      <dgm:prSet presAssocID="{2FD1EF4B-3DCB-472E-B0A4-52203DE17D34}" presName="text_2" presStyleLbl="node1" presStyleIdx="1" presStyleCnt="3">
        <dgm:presLayoutVars>
          <dgm:bulletEnabled val="1"/>
        </dgm:presLayoutVars>
      </dgm:prSet>
      <dgm:spPr/>
    </dgm:pt>
    <dgm:pt modelId="{2A59E283-BC36-4BC3-8557-04C5E89C379F}" type="pres">
      <dgm:prSet presAssocID="{2FD1EF4B-3DCB-472E-B0A4-52203DE17D34}" presName="accent_2" presStyleCnt="0"/>
      <dgm:spPr/>
    </dgm:pt>
    <dgm:pt modelId="{27D0EA9E-510D-4EB7-9E6F-0489526F7913}" type="pres">
      <dgm:prSet presAssocID="{2FD1EF4B-3DCB-472E-B0A4-52203DE17D34}" presName="accentRepeatNode" presStyleLbl="solidFgAcc1" presStyleIdx="1" presStyleCnt="3"/>
      <dgm:spPr/>
    </dgm:pt>
    <dgm:pt modelId="{D0168A77-6087-4CCB-A4DA-392D891D947F}" type="pres">
      <dgm:prSet presAssocID="{089B660D-A9DC-4BDF-84DB-E34FCF5C10DB}" presName="text_3" presStyleLbl="node1" presStyleIdx="2" presStyleCnt="3">
        <dgm:presLayoutVars>
          <dgm:bulletEnabled val="1"/>
        </dgm:presLayoutVars>
      </dgm:prSet>
      <dgm:spPr/>
    </dgm:pt>
    <dgm:pt modelId="{EEB361C5-6920-4F11-BBA9-0F9F77D0B8F9}" type="pres">
      <dgm:prSet presAssocID="{089B660D-A9DC-4BDF-84DB-E34FCF5C10DB}" presName="accent_3" presStyleCnt="0"/>
      <dgm:spPr/>
    </dgm:pt>
    <dgm:pt modelId="{32F31FB7-3CDD-462A-9117-75B7DF5A3357}" type="pres">
      <dgm:prSet presAssocID="{089B660D-A9DC-4BDF-84DB-E34FCF5C10DB}" presName="accentRepeatNode" presStyleLbl="solidFgAcc1" presStyleIdx="2" presStyleCnt="3"/>
      <dgm:spPr/>
    </dgm:pt>
  </dgm:ptLst>
  <dgm:cxnLst>
    <dgm:cxn modelId="{D7203505-DF3D-4096-B647-D0E5B6694235}" srcId="{65200DC4-7B29-4A9C-A3D0-64B8CCD468AC}" destId="{089B660D-A9DC-4BDF-84DB-E34FCF5C10DB}" srcOrd="2" destOrd="0" parTransId="{236E69A7-142C-4CCF-AD89-66B47DAFCC9C}" sibTransId="{A38105F4-5B3F-4C2B-BA1B-7EE476953C6D}"/>
    <dgm:cxn modelId="{289EFD11-0677-4C98-B84F-6BC910A44E40}" srcId="{65200DC4-7B29-4A9C-A3D0-64B8CCD468AC}" destId="{2FD1EF4B-3DCB-472E-B0A4-52203DE17D34}" srcOrd="1" destOrd="0" parTransId="{5C70854B-454A-4E07-935F-43095EC90AB2}" sibTransId="{E39EC7F8-CD33-4D66-AEBF-55177DE9F428}"/>
    <dgm:cxn modelId="{F707862E-158E-41D7-8C77-BCBD7F7368DD}" type="presOf" srcId="{9CBA2997-0ECF-451A-917F-B7DF2119737E}" destId="{8DE112B8-F9D8-459E-9CA1-25D9D0B706D5}" srcOrd="0" destOrd="0" presId="urn:microsoft.com/office/officeart/2008/layout/VerticalCurvedList"/>
    <dgm:cxn modelId="{5F33CC7B-1AE2-4D2B-8310-C56B647044B2}" type="presOf" srcId="{65200DC4-7B29-4A9C-A3D0-64B8CCD468AC}" destId="{BE435CB5-0B24-4B23-ADC0-F297809A567B}" srcOrd="0" destOrd="0" presId="urn:microsoft.com/office/officeart/2008/layout/VerticalCurvedList"/>
    <dgm:cxn modelId="{1AE70981-2B4D-48AA-8C2A-1CD20E90449C}" type="presOf" srcId="{784199B7-8197-4AD1-8E39-BEECD3EC04D7}" destId="{174885E7-FB9E-4D33-9514-DA1CD736FFE2}" srcOrd="0" destOrd="0" presId="urn:microsoft.com/office/officeart/2008/layout/VerticalCurvedList"/>
    <dgm:cxn modelId="{FBE9E397-FFF8-48C6-B434-73F0B30E86E2}" type="presOf" srcId="{2FD1EF4B-3DCB-472E-B0A4-52203DE17D34}" destId="{45C39292-7C26-42B3-AC8D-7B19EE9CBECA}" srcOrd="0" destOrd="0" presId="urn:microsoft.com/office/officeart/2008/layout/VerticalCurvedList"/>
    <dgm:cxn modelId="{A06EC3BB-AB1E-4494-A376-BF0596ED45D1}" srcId="{65200DC4-7B29-4A9C-A3D0-64B8CCD468AC}" destId="{9CBA2997-0ECF-451A-917F-B7DF2119737E}" srcOrd="0" destOrd="0" parTransId="{A1924E0B-A488-41D4-A31D-128FEB9F5ED0}" sibTransId="{784199B7-8197-4AD1-8E39-BEECD3EC04D7}"/>
    <dgm:cxn modelId="{E2D468CF-438E-4560-8985-4B6EED99524F}" type="presOf" srcId="{089B660D-A9DC-4BDF-84DB-E34FCF5C10DB}" destId="{D0168A77-6087-4CCB-A4DA-392D891D947F}" srcOrd="0" destOrd="0" presId="urn:microsoft.com/office/officeart/2008/layout/VerticalCurvedList"/>
    <dgm:cxn modelId="{1B73EDF5-C43F-42FB-80B6-1A70C5E1BD6D}" type="presParOf" srcId="{BE435CB5-0B24-4B23-ADC0-F297809A567B}" destId="{52766715-F42C-4F27-8466-8C3F1D8FAADE}" srcOrd="0" destOrd="0" presId="urn:microsoft.com/office/officeart/2008/layout/VerticalCurvedList"/>
    <dgm:cxn modelId="{5113ED50-2E4C-4E8F-B9BE-D9CD9604BECD}" type="presParOf" srcId="{52766715-F42C-4F27-8466-8C3F1D8FAADE}" destId="{65FBF93E-E075-4653-B732-9898FEBECD1C}" srcOrd="0" destOrd="0" presId="urn:microsoft.com/office/officeart/2008/layout/VerticalCurvedList"/>
    <dgm:cxn modelId="{358C7370-B79A-45D9-8413-F6CC102A400B}" type="presParOf" srcId="{65FBF93E-E075-4653-B732-9898FEBECD1C}" destId="{EB69D598-1E15-47BD-908B-35E9B920D4CA}" srcOrd="0" destOrd="0" presId="urn:microsoft.com/office/officeart/2008/layout/VerticalCurvedList"/>
    <dgm:cxn modelId="{74AA9DC4-0740-4163-A8EB-8C2E06B1686C}" type="presParOf" srcId="{65FBF93E-E075-4653-B732-9898FEBECD1C}" destId="{174885E7-FB9E-4D33-9514-DA1CD736FFE2}" srcOrd="1" destOrd="0" presId="urn:microsoft.com/office/officeart/2008/layout/VerticalCurvedList"/>
    <dgm:cxn modelId="{2D1827A0-7E01-4D18-BEF1-ED963116AA20}" type="presParOf" srcId="{65FBF93E-E075-4653-B732-9898FEBECD1C}" destId="{202F2427-32CE-48F4-AA6A-2D03A324E9E1}" srcOrd="2" destOrd="0" presId="urn:microsoft.com/office/officeart/2008/layout/VerticalCurvedList"/>
    <dgm:cxn modelId="{BE6DA724-3A7A-4974-B226-A8FAB4DDE03F}" type="presParOf" srcId="{65FBF93E-E075-4653-B732-9898FEBECD1C}" destId="{D74E28D4-063E-4E3F-BECD-DDAE8DF83E6F}" srcOrd="3" destOrd="0" presId="urn:microsoft.com/office/officeart/2008/layout/VerticalCurvedList"/>
    <dgm:cxn modelId="{91DB16FC-5F3A-4346-905A-9E237CEA61AA}" type="presParOf" srcId="{52766715-F42C-4F27-8466-8C3F1D8FAADE}" destId="{8DE112B8-F9D8-459E-9CA1-25D9D0B706D5}" srcOrd="1" destOrd="0" presId="urn:microsoft.com/office/officeart/2008/layout/VerticalCurvedList"/>
    <dgm:cxn modelId="{059CB638-7AE9-4E1F-8C01-5430E3D3CFC5}" type="presParOf" srcId="{52766715-F42C-4F27-8466-8C3F1D8FAADE}" destId="{0ABC3AB0-F43C-4B4A-8AF4-A8BA5AC10C0B}" srcOrd="2" destOrd="0" presId="urn:microsoft.com/office/officeart/2008/layout/VerticalCurvedList"/>
    <dgm:cxn modelId="{732878C2-3186-407C-8A5C-19E06A554497}" type="presParOf" srcId="{0ABC3AB0-F43C-4B4A-8AF4-A8BA5AC10C0B}" destId="{D344D1E0-3B7E-41A6-9271-9A88BBF24BD4}" srcOrd="0" destOrd="0" presId="urn:microsoft.com/office/officeart/2008/layout/VerticalCurvedList"/>
    <dgm:cxn modelId="{6DA1E499-C9F9-4F18-B1BE-F5164E149289}" type="presParOf" srcId="{52766715-F42C-4F27-8466-8C3F1D8FAADE}" destId="{45C39292-7C26-42B3-AC8D-7B19EE9CBECA}" srcOrd="3" destOrd="0" presId="urn:microsoft.com/office/officeart/2008/layout/VerticalCurvedList"/>
    <dgm:cxn modelId="{FA25A771-A192-44A4-9602-432EC85A5D9F}" type="presParOf" srcId="{52766715-F42C-4F27-8466-8C3F1D8FAADE}" destId="{2A59E283-BC36-4BC3-8557-04C5E89C379F}" srcOrd="4" destOrd="0" presId="urn:microsoft.com/office/officeart/2008/layout/VerticalCurvedList"/>
    <dgm:cxn modelId="{0CC6E6DB-A734-463D-9465-C92C3E2A1574}" type="presParOf" srcId="{2A59E283-BC36-4BC3-8557-04C5E89C379F}" destId="{27D0EA9E-510D-4EB7-9E6F-0489526F7913}" srcOrd="0" destOrd="0" presId="urn:microsoft.com/office/officeart/2008/layout/VerticalCurvedList"/>
    <dgm:cxn modelId="{AA9C83EC-0746-4B42-A592-6DBAC822B956}" type="presParOf" srcId="{52766715-F42C-4F27-8466-8C3F1D8FAADE}" destId="{D0168A77-6087-4CCB-A4DA-392D891D947F}" srcOrd="5" destOrd="0" presId="urn:microsoft.com/office/officeart/2008/layout/VerticalCurvedList"/>
    <dgm:cxn modelId="{B4EDF8CA-2F0B-4659-9E54-3D335298BFC4}" type="presParOf" srcId="{52766715-F42C-4F27-8466-8C3F1D8FAADE}" destId="{EEB361C5-6920-4F11-BBA9-0F9F77D0B8F9}" srcOrd="6" destOrd="0" presId="urn:microsoft.com/office/officeart/2008/layout/VerticalCurvedList"/>
    <dgm:cxn modelId="{A1C1266D-F55A-4ED4-9A77-1F9AB3D7E1C6}" type="presParOf" srcId="{EEB361C5-6920-4F11-BBA9-0F9F77D0B8F9}" destId="{32F31FB7-3CDD-462A-9117-75B7DF5A3357}"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4885E7-FB9E-4D33-9514-DA1CD736FFE2}">
      <dsp:nvSpPr>
        <dsp:cNvPr id="0" name=""/>
        <dsp:cNvSpPr/>
      </dsp:nvSpPr>
      <dsp:spPr>
        <a:xfrm>
          <a:off x="-7730195" y="-1181846"/>
          <a:ext cx="9203500" cy="9203500"/>
        </a:xfrm>
        <a:prstGeom prst="blockArc">
          <a:avLst>
            <a:gd name="adj1" fmla="val 18900000"/>
            <a:gd name="adj2" fmla="val 2700000"/>
            <a:gd name="adj3" fmla="val 235"/>
          </a:avLst>
        </a:pr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DE112B8-F9D8-459E-9CA1-25D9D0B706D5}">
      <dsp:nvSpPr>
        <dsp:cNvPr id="0" name=""/>
        <dsp:cNvSpPr/>
      </dsp:nvSpPr>
      <dsp:spPr>
        <a:xfrm>
          <a:off x="949365" y="683980"/>
          <a:ext cx="10229932" cy="1367961"/>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5819" tIns="83820" rIns="83820" bIns="83820" numCol="1" spcCol="1270" anchor="ctr" anchorCtr="0">
          <a:noAutofit/>
        </a:bodyPr>
        <a:lstStyle/>
        <a:p>
          <a:pPr marL="0" lvl="0" indent="0" algn="l" defTabSz="1466850">
            <a:lnSpc>
              <a:spcPct val="90000"/>
            </a:lnSpc>
            <a:spcBef>
              <a:spcPct val="0"/>
            </a:spcBef>
            <a:spcAft>
              <a:spcPct val="35000"/>
            </a:spcAft>
            <a:buNone/>
          </a:pPr>
          <a:r>
            <a:rPr lang="es-CL" sz="3300" kern="1200" dirty="0"/>
            <a:t>Se puede ejecutar en muchos navegadores y sistemas operativos </a:t>
          </a:r>
        </a:p>
      </dsp:txBody>
      <dsp:txXfrm>
        <a:off x="949365" y="683980"/>
        <a:ext cx="10229932" cy="1367961"/>
      </dsp:txXfrm>
    </dsp:sp>
    <dsp:sp modelId="{D344D1E0-3B7E-41A6-9271-9A88BBF24BD4}">
      <dsp:nvSpPr>
        <dsp:cNvPr id="0" name=""/>
        <dsp:cNvSpPr/>
      </dsp:nvSpPr>
      <dsp:spPr>
        <a:xfrm>
          <a:off x="94389" y="512985"/>
          <a:ext cx="1709951" cy="1709951"/>
        </a:xfrm>
        <a:prstGeom prst="ellipse">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5C39292-7C26-42B3-AC8D-7B19EE9CBECA}">
      <dsp:nvSpPr>
        <dsp:cNvPr id="0" name=""/>
        <dsp:cNvSpPr/>
      </dsp:nvSpPr>
      <dsp:spPr>
        <a:xfrm>
          <a:off x="1446619" y="2735922"/>
          <a:ext cx="9732678" cy="1367961"/>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5819" tIns="83820" rIns="83820" bIns="83820" numCol="1" spcCol="1270" anchor="ctr" anchorCtr="0">
          <a:noAutofit/>
        </a:bodyPr>
        <a:lstStyle/>
        <a:p>
          <a:pPr marL="0" lvl="0" indent="0" algn="l" defTabSz="1466850">
            <a:lnSpc>
              <a:spcPct val="90000"/>
            </a:lnSpc>
            <a:spcBef>
              <a:spcPct val="0"/>
            </a:spcBef>
            <a:spcAft>
              <a:spcPct val="35000"/>
            </a:spcAft>
            <a:buNone/>
          </a:pPr>
          <a:r>
            <a:rPr lang="es-CL" sz="3300" kern="1200" dirty="0"/>
            <a:t>Es capaz de probar las aplicaciones desde la perspectiva del usuario</a:t>
          </a:r>
        </a:p>
      </dsp:txBody>
      <dsp:txXfrm>
        <a:off x="1446619" y="2735922"/>
        <a:ext cx="9732678" cy="1367961"/>
      </dsp:txXfrm>
    </dsp:sp>
    <dsp:sp modelId="{27D0EA9E-510D-4EB7-9E6F-0489526F7913}">
      <dsp:nvSpPr>
        <dsp:cNvPr id="0" name=""/>
        <dsp:cNvSpPr/>
      </dsp:nvSpPr>
      <dsp:spPr>
        <a:xfrm>
          <a:off x="591643" y="2564927"/>
          <a:ext cx="1709951" cy="1709951"/>
        </a:xfrm>
        <a:prstGeom prst="ellipse">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0168A77-6087-4CCB-A4DA-392D891D947F}">
      <dsp:nvSpPr>
        <dsp:cNvPr id="0" name=""/>
        <dsp:cNvSpPr/>
      </dsp:nvSpPr>
      <dsp:spPr>
        <a:xfrm>
          <a:off x="949365" y="4787864"/>
          <a:ext cx="10229932" cy="1367961"/>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5819" tIns="83820" rIns="83820" bIns="83820" numCol="1" spcCol="1270" anchor="ctr" anchorCtr="0">
          <a:noAutofit/>
        </a:bodyPr>
        <a:lstStyle/>
        <a:p>
          <a:pPr marL="0" lvl="0" indent="0" algn="l" defTabSz="1466850">
            <a:lnSpc>
              <a:spcPct val="90000"/>
            </a:lnSpc>
            <a:spcBef>
              <a:spcPct val="0"/>
            </a:spcBef>
            <a:spcAft>
              <a:spcPct val="35000"/>
            </a:spcAft>
            <a:buNone/>
          </a:pPr>
          <a:r>
            <a:rPr lang="es-MX" sz="3300" b="0" i="0" kern="1200" dirty="0"/>
            <a:t>Posee un IDE que permite aumentar la automatización, haciendo mas sencillo su utilización</a:t>
          </a:r>
          <a:endParaRPr lang="es-CL" sz="3300" kern="1200" dirty="0"/>
        </a:p>
      </dsp:txBody>
      <dsp:txXfrm>
        <a:off x="949365" y="4787864"/>
        <a:ext cx="10229932" cy="1367961"/>
      </dsp:txXfrm>
    </dsp:sp>
    <dsp:sp modelId="{32F31FB7-3CDD-462A-9117-75B7DF5A3357}">
      <dsp:nvSpPr>
        <dsp:cNvPr id="0" name=""/>
        <dsp:cNvSpPr/>
      </dsp:nvSpPr>
      <dsp:spPr>
        <a:xfrm>
          <a:off x="94389" y="4616869"/>
          <a:ext cx="1709951" cy="1709951"/>
        </a:xfrm>
        <a:prstGeom prst="ellipse">
          <a:avLst/>
        </a:prstGeom>
        <a:solidFill>
          <a:schemeClr val="lt1">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s-CL" dirty="0"/>
          </a:p>
        </p:txBody>
      </p:sp>
      <p:sp>
        <p:nvSpPr>
          <p:cNvPr id="3" name="Marcador de fecha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54D35674-3C19-9844-8370-EE59E1CD260A}" type="datetimeFigureOut">
              <a:rPr lang="es-CL" smtClean="0"/>
              <a:t>15-01-2024</a:t>
            </a:fld>
            <a:endParaRPr lang="es-CL" dirty="0"/>
          </a:p>
        </p:txBody>
      </p:sp>
      <p:sp>
        <p:nvSpPr>
          <p:cNvPr id="4" name="Marcador de imagen de diapositiva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s-CL" dirty="0"/>
          </a:p>
        </p:txBody>
      </p:sp>
      <p:sp>
        <p:nvSpPr>
          <p:cNvPr id="5" name="Marcador de notas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r>
              <a:rPr lang="es-ES"/>
              <a:t>Editar los estilos de texto del patrón
Segundo nivel
Tercer nivel
Cuarto nivel
Quinto nivel</a:t>
            </a:r>
            <a:endParaRPr lang="es-CL"/>
          </a:p>
        </p:txBody>
      </p:sp>
      <p:sp>
        <p:nvSpPr>
          <p:cNvPr id="6" name="Marcador de pie de página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s-CL" dirty="0"/>
          </a:p>
        </p:txBody>
      </p:sp>
      <p:sp>
        <p:nvSpPr>
          <p:cNvPr id="7" name="Marcador de número de diapositiva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35C2C890-E6DE-1A45-98C6-E722FA6368DA}" type="slidenum">
              <a:rPr lang="es-CL" smtClean="0"/>
              <a:t>‹Nº›</a:t>
            </a:fld>
            <a:endParaRPr lang="es-CL" dirty="0"/>
          </a:p>
        </p:txBody>
      </p:sp>
    </p:spTree>
    <p:extLst>
      <p:ext uri="{BB962C8B-B14F-4D97-AF65-F5344CB8AC3E}">
        <p14:creationId xmlns:p14="http://schemas.microsoft.com/office/powerpoint/2010/main" val="2341394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a:r>
              <a:rPr lang="es-MX" sz="1200" b="1" dirty="0"/>
              <a:t>Mejora de la calidad del software:  </a:t>
            </a:r>
            <a:r>
              <a:rPr lang="es-MX" sz="1200" b="0" dirty="0"/>
              <a:t>Al detectar y corregir errores y problemas en el código, las pruebas de inspección de código contribuyen a un software más confiable, estable y de alta calidad.</a:t>
            </a:r>
          </a:p>
          <a:p>
            <a:pPr algn="just"/>
            <a:r>
              <a:rPr lang="es-MX" sz="1200" b="1" dirty="0"/>
              <a:t>Ahorro de costos:  </a:t>
            </a:r>
            <a:r>
              <a:rPr lang="es-MX" sz="1200" b="0" dirty="0"/>
              <a:t>Identificar y solucionar problemas en etapas tempranas del desarrollo evita que se propaguen y se conviertan en errores costosos de corregir en etapas posteriores.</a:t>
            </a:r>
          </a:p>
          <a:p>
            <a:pPr algn="just"/>
            <a:r>
              <a:rPr lang="es-MX" sz="1200" b="1" dirty="0"/>
              <a:t>Cumplimiento de estándares de codificación:  </a:t>
            </a:r>
            <a:r>
              <a:rPr lang="es-MX" sz="1200" b="0" dirty="0"/>
              <a:t>Las pruebas de inspección de código permiten asegurarse de que el código cumpla con los estándares de codificación establecidos, lo que facilita la comprensión y el mantenimiento del código por parte de diferentes desarrolladores.</a:t>
            </a:r>
          </a:p>
          <a:p>
            <a:pPr algn="just"/>
            <a:r>
              <a:rPr lang="es-MX" sz="1200" b="1" dirty="0"/>
              <a:t>Mejora de la seguridad: </a:t>
            </a:r>
            <a:r>
              <a:rPr lang="es-MX" sz="1200" b="0" dirty="0"/>
              <a:t>Al analizar el código en busca de vulnerabilidades, las pruebas de inspección de código ayudan a identificar posibles brechas de seguridad y a aplicar las correcciones necesarias para proteger el software contra posibles ataques.</a:t>
            </a:r>
          </a:p>
          <a:p>
            <a:pPr algn="just"/>
            <a:endParaRPr lang="es-MX" sz="1200" b="0" dirty="0"/>
          </a:p>
          <a:p>
            <a:pPr algn="just"/>
            <a:endParaRPr lang="es-MX" sz="1200" b="0" dirty="0"/>
          </a:p>
          <a:p>
            <a:pPr algn="just"/>
            <a:endParaRPr lang="es-MX" sz="1200" b="0" dirty="0"/>
          </a:p>
          <a:p>
            <a:pPr algn="just"/>
            <a:endParaRPr lang="es-MX" sz="1200" b="0" dirty="0"/>
          </a:p>
          <a:p>
            <a:endParaRPr lang="es-CL" dirty="0"/>
          </a:p>
        </p:txBody>
      </p:sp>
      <p:sp>
        <p:nvSpPr>
          <p:cNvPr id="4" name="Marcador de número de diapositiva 3"/>
          <p:cNvSpPr>
            <a:spLocks noGrp="1"/>
          </p:cNvSpPr>
          <p:nvPr>
            <p:ph type="sldNum" sz="quarter" idx="5"/>
          </p:nvPr>
        </p:nvSpPr>
        <p:spPr/>
        <p:txBody>
          <a:bodyPr/>
          <a:lstStyle/>
          <a:p>
            <a:fld id="{35C2C890-E6DE-1A45-98C6-E722FA6368DA}" type="slidenum">
              <a:rPr lang="es-CL" smtClean="0"/>
              <a:t>10</a:t>
            </a:fld>
            <a:endParaRPr lang="es-CL" dirty="0"/>
          </a:p>
        </p:txBody>
      </p:sp>
    </p:spTree>
    <p:extLst>
      <p:ext uri="{BB962C8B-B14F-4D97-AF65-F5344CB8AC3E}">
        <p14:creationId xmlns:p14="http://schemas.microsoft.com/office/powerpoint/2010/main" val="32473183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9F4E23B3-D17D-BBDA-CF94-0F577C2DCCC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sp>
        <p:nvSpPr>
          <p:cNvPr id="2" name="Holder 2"/>
          <p:cNvSpPr>
            <a:spLocks noGrp="1"/>
          </p:cNvSpPr>
          <p:nvPr>
            <p:ph type="ctrTitle"/>
          </p:nvPr>
        </p:nvSpPr>
        <p:spPr>
          <a:xfrm>
            <a:off x="2838209" y="8700548"/>
            <a:ext cx="6781800" cy="584775"/>
          </a:xfrm>
          <a:prstGeom prst="rect">
            <a:avLst/>
          </a:prstGeom>
        </p:spPr>
        <p:txBody>
          <a:bodyPr wrap="square" lIns="0" tIns="0" rIns="0" bIns="0">
            <a:spAutoFit/>
          </a:bodyPr>
          <a:lstStyle>
            <a:lvl1pPr>
              <a:defRPr sz="3800">
                <a:solidFill>
                  <a:schemeClr val="bg1"/>
                </a:solidFill>
              </a:defRPr>
            </a:lvl1pPr>
          </a:lstStyle>
          <a:p>
            <a:endParaRPr dirty="0"/>
          </a:p>
        </p:txBody>
      </p:sp>
      <p:sp>
        <p:nvSpPr>
          <p:cNvPr id="3" name="Holder 3"/>
          <p:cNvSpPr>
            <a:spLocks noGrp="1"/>
          </p:cNvSpPr>
          <p:nvPr>
            <p:ph type="subTitle" idx="4"/>
          </p:nvPr>
        </p:nvSpPr>
        <p:spPr>
          <a:xfrm>
            <a:off x="2838209" y="9612314"/>
            <a:ext cx="8712681" cy="369332"/>
          </a:xfrm>
          <a:prstGeom prst="rect">
            <a:avLst/>
          </a:prstGeom>
        </p:spPr>
        <p:txBody>
          <a:bodyPr wrap="square" lIns="0" tIns="0" rIns="0" bIns="0">
            <a:spAutoFit/>
          </a:bodyPr>
          <a:lstStyle>
            <a:lvl1pPr>
              <a:defRPr sz="2400">
                <a:solidFill>
                  <a:schemeClr val="bg1"/>
                </a:solidFill>
                <a:latin typeface="Arial" panose="020B0604020202020204" pitchFamily="34" charset="0"/>
                <a:cs typeface="Arial" panose="020B0604020202020204" pitchFamily="34" charset="0"/>
              </a:defRPr>
            </a:lvl1pPr>
          </a:lstStyle>
          <a:p>
            <a:endParaRPr dirty="0"/>
          </a:p>
        </p:txBody>
      </p:sp>
      <p:sp>
        <p:nvSpPr>
          <p:cNvPr id="14" name="object 10">
            <a:extLst>
              <a:ext uri="{FF2B5EF4-FFF2-40B4-BE49-F238E27FC236}">
                <a16:creationId xmlns:a16="http://schemas.microsoft.com/office/drawing/2014/main" id="{60E109FA-AB96-844B-8998-73B547E74E45}"/>
              </a:ext>
            </a:extLst>
          </p:cNvPr>
          <p:cNvSpPr/>
          <p:nvPr userDrawn="1"/>
        </p:nvSpPr>
        <p:spPr>
          <a:xfrm>
            <a:off x="2838209" y="9464675"/>
            <a:ext cx="8841105" cy="0"/>
          </a:xfrm>
          <a:custGeom>
            <a:avLst/>
            <a:gdLst/>
            <a:ahLst/>
            <a:cxnLst/>
            <a:rect l="l" t="t" r="r" b="b"/>
            <a:pathLst>
              <a:path w="8841105">
                <a:moveTo>
                  <a:pt x="0" y="0"/>
                </a:moveTo>
                <a:lnTo>
                  <a:pt x="8840652" y="0"/>
                </a:lnTo>
              </a:path>
            </a:pathLst>
          </a:custGeom>
          <a:ln w="10470">
            <a:solidFill>
              <a:schemeClr val="bg1"/>
            </a:solidFill>
          </a:ln>
        </p:spPr>
        <p:txBody>
          <a:bodyPr wrap="square" lIns="0" tIns="0" rIns="0" bIns="0" rtlCol="0"/>
          <a:lstStyle/>
          <a:p>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Diseño personalizado">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71AAB55C-247D-ECE0-5655-F1E1F2AF1A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3340"/>
            <a:ext cx="20110047" cy="11306010"/>
          </a:xfrm>
          <a:prstGeom prst="rect">
            <a:avLst/>
          </a:prstGeom>
        </p:spPr>
      </p:pic>
      <p:sp>
        <p:nvSpPr>
          <p:cNvPr id="10" name="Título 1">
            <a:extLst>
              <a:ext uri="{FF2B5EF4-FFF2-40B4-BE49-F238E27FC236}">
                <a16:creationId xmlns:a16="http://schemas.microsoft.com/office/drawing/2014/main" id="{2F0E50CD-FEFD-B21C-4BE3-4F2AA3739A6A}"/>
              </a:ext>
            </a:extLst>
          </p:cNvPr>
          <p:cNvSpPr>
            <a:spLocks noGrp="1"/>
          </p:cNvSpPr>
          <p:nvPr>
            <p:ph type="title"/>
          </p:nvPr>
        </p:nvSpPr>
        <p:spPr>
          <a:xfrm>
            <a:off x="831850" y="7178675"/>
            <a:ext cx="9782022" cy="1538883"/>
          </a:xfrm>
        </p:spPr>
        <p:txBody>
          <a:bodyPr/>
          <a:lstStyle>
            <a:lvl1pPr algn="r">
              <a:defRPr sz="5000"/>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774612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121D21F6-64EA-9F7E-F1FC-89374B3096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10" name="Título 1">
            <a:extLst>
              <a:ext uri="{FF2B5EF4-FFF2-40B4-BE49-F238E27FC236}">
                <a16:creationId xmlns:a16="http://schemas.microsoft.com/office/drawing/2014/main" id="{994F59E7-28C4-825A-1194-67522AF99C22}"/>
              </a:ext>
            </a:extLst>
          </p:cNvPr>
          <p:cNvSpPr>
            <a:spLocks noGrp="1"/>
          </p:cNvSpPr>
          <p:nvPr>
            <p:ph type="title"/>
          </p:nvPr>
        </p:nvSpPr>
        <p:spPr>
          <a:xfrm>
            <a:off x="6851650" y="7483475"/>
            <a:ext cx="9782022" cy="1538883"/>
          </a:xfrm>
        </p:spPr>
        <p:txBody>
          <a:bodyPr/>
          <a:lstStyle>
            <a:lvl1pPr algn="l">
              <a:defRPr sz="5000"/>
            </a:lvl1pPr>
          </a:lstStyle>
          <a:p>
            <a:r>
              <a:rPr lang="es-ES" dirty="0"/>
              <a:t>Haga clic para modificar el estilo de título del patrón</a:t>
            </a:r>
            <a:endParaRPr lang="es-CL"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Diseño personalizado">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87451F99-8CB8-50AA-1CC0-54512CBB6F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9" name="Título 1">
            <a:extLst>
              <a:ext uri="{FF2B5EF4-FFF2-40B4-BE49-F238E27FC236}">
                <a16:creationId xmlns:a16="http://schemas.microsoft.com/office/drawing/2014/main" id="{2C83ACDF-F359-C1DD-3AF9-368B761AA8DB}"/>
              </a:ext>
            </a:extLst>
          </p:cNvPr>
          <p:cNvSpPr>
            <a:spLocks noGrp="1"/>
          </p:cNvSpPr>
          <p:nvPr>
            <p:ph type="title"/>
          </p:nvPr>
        </p:nvSpPr>
        <p:spPr>
          <a:xfrm>
            <a:off x="6623050" y="7026275"/>
            <a:ext cx="9782022" cy="1538883"/>
          </a:xfrm>
        </p:spPr>
        <p:txBody>
          <a:bodyPr/>
          <a:lstStyle>
            <a:lvl1pPr algn="l">
              <a:defRPr sz="5000"/>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2343363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2F738965-FD99-AFAE-3CAA-5CEAF99952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11" name="Título 1">
            <a:extLst>
              <a:ext uri="{FF2B5EF4-FFF2-40B4-BE49-F238E27FC236}">
                <a16:creationId xmlns:a16="http://schemas.microsoft.com/office/drawing/2014/main" id="{4AB59064-93F0-56FE-006F-C58F84A825C5}"/>
              </a:ext>
            </a:extLst>
          </p:cNvPr>
          <p:cNvSpPr>
            <a:spLocks noGrp="1"/>
          </p:cNvSpPr>
          <p:nvPr>
            <p:ph type="title"/>
          </p:nvPr>
        </p:nvSpPr>
        <p:spPr>
          <a:xfrm>
            <a:off x="4794250" y="6950075"/>
            <a:ext cx="9782022" cy="1538883"/>
          </a:xfrm>
        </p:spPr>
        <p:txBody>
          <a:bodyPr/>
          <a:lstStyle>
            <a:lvl1pPr algn="r">
              <a:defRPr sz="5000"/>
            </a:lvl1pPr>
          </a:lstStyle>
          <a:p>
            <a:r>
              <a:rPr lang="es-ES" dirty="0"/>
              <a:t>Haga clic para modificar el estilo de título del patrón</a:t>
            </a:r>
            <a:endParaRPr lang="es-CL"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Diseño personalizado">
    <p:spTree>
      <p:nvGrpSpPr>
        <p:cNvPr id="1" name=""/>
        <p:cNvGrpSpPr/>
        <p:nvPr/>
      </p:nvGrpSpPr>
      <p:grpSpPr>
        <a:xfrm>
          <a:off x="0" y="0"/>
          <a:ext cx="0" cy="0"/>
          <a:chOff x="0" y="0"/>
          <a:chExt cx="0" cy="0"/>
        </a:xfrm>
      </p:grpSpPr>
      <p:pic>
        <p:nvPicPr>
          <p:cNvPr id="22" name="Imagen 21">
            <a:extLst>
              <a:ext uri="{FF2B5EF4-FFF2-40B4-BE49-F238E27FC236}">
                <a16:creationId xmlns:a16="http://schemas.microsoft.com/office/drawing/2014/main" id="{3973E67C-611D-F88A-80C1-185A9B8D41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8" name="Imagen 27">
            <a:extLst>
              <a:ext uri="{FF2B5EF4-FFF2-40B4-BE49-F238E27FC236}">
                <a16:creationId xmlns:a16="http://schemas.microsoft.com/office/drawing/2014/main" id="{3E466965-0C09-5FCB-13FD-111D1D2AD25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9" name="Rectángulo 28">
            <a:extLst>
              <a:ext uri="{FF2B5EF4-FFF2-40B4-BE49-F238E27FC236}">
                <a16:creationId xmlns:a16="http://schemas.microsoft.com/office/drawing/2014/main" id="{98C6A4D7-FDE0-20C5-1EB3-30217CE5E1DC}"/>
              </a:ext>
            </a:extLst>
          </p:cNvPr>
          <p:cNvSpPr/>
          <p:nvPr userDrawn="1"/>
        </p:nvSpPr>
        <p:spPr>
          <a:xfrm>
            <a:off x="4413250" y="42068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30" name="Título 1">
            <a:extLst>
              <a:ext uri="{FF2B5EF4-FFF2-40B4-BE49-F238E27FC236}">
                <a16:creationId xmlns:a16="http://schemas.microsoft.com/office/drawing/2014/main" id="{EE9CC866-5882-3C12-E5D7-404765C18C0C}"/>
              </a:ext>
            </a:extLst>
          </p:cNvPr>
          <p:cNvSpPr>
            <a:spLocks noGrp="1"/>
          </p:cNvSpPr>
          <p:nvPr>
            <p:ph type="title"/>
          </p:nvPr>
        </p:nvSpPr>
        <p:spPr>
          <a:xfrm>
            <a:off x="4842028" y="45340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038586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Diseño personalizado">
    <p:spTree>
      <p:nvGrpSpPr>
        <p:cNvPr id="1" name=""/>
        <p:cNvGrpSpPr/>
        <p:nvPr/>
      </p:nvGrpSpPr>
      <p:grpSpPr>
        <a:xfrm>
          <a:off x="0" y="0"/>
          <a:ext cx="0" cy="0"/>
          <a:chOff x="0" y="0"/>
          <a:chExt cx="0" cy="0"/>
        </a:xfrm>
      </p:grpSpPr>
      <p:pic>
        <p:nvPicPr>
          <p:cNvPr id="21" name="Imagen 20">
            <a:extLst>
              <a:ext uri="{FF2B5EF4-FFF2-40B4-BE49-F238E27FC236}">
                <a16:creationId xmlns:a16="http://schemas.microsoft.com/office/drawing/2014/main" id="{FADFFD87-E732-F006-B065-62B946429B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3" name="Imagen 22">
            <a:extLst>
              <a:ext uri="{FF2B5EF4-FFF2-40B4-BE49-F238E27FC236}">
                <a16:creationId xmlns:a16="http://schemas.microsoft.com/office/drawing/2014/main" id="{5FB62982-E03B-E5B0-2921-4742F850F5A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4" name="Rectángulo 23">
            <a:extLst>
              <a:ext uri="{FF2B5EF4-FFF2-40B4-BE49-F238E27FC236}">
                <a16:creationId xmlns:a16="http://schemas.microsoft.com/office/drawing/2014/main" id="{FA473640-6785-830B-E009-5E08A060B6B1}"/>
              </a:ext>
            </a:extLst>
          </p:cNvPr>
          <p:cNvSpPr/>
          <p:nvPr userDrawn="1"/>
        </p:nvSpPr>
        <p:spPr>
          <a:xfrm>
            <a:off x="7232650" y="7880350"/>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5" name="Título 1">
            <a:extLst>
              <a:ext uri="{FF2B5EF4-FFF2-40B4-BE49-F238E27FC236}">
                <a16:creationId xmlns:a16="http://schemas.microsoft.com/office/drawing/2014/main" id="{B55FBF2B-6203-81C7-B7DD-070ABE20B4BB}"/>
              </a:ext>
            </a:extLst>
          </p:cNvPr>
          <p:cNvSpPr>
            <a:spLocks noGrp="1"/>
          </p:cNvSpPr>
          <p:nvPr>
            <p:ph type="title"/>
          </p:nvPr>
        </p:nvSpPr>
        <p:spPr>
          <a:xfrm>
            <a:off x="7661428" y="8207476"/>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711097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438F75-3EE0-1345-84D2-95B57EB1A45B}"/>
              </a:ext>
            </a:extLst>
          </p:cNvPr>
          <p:cNvSpPr>
            <a:spLocks noGrp="1"/>
          </p:cNvSpPr>
          <p:nvPr>
            <p:ph type="title"/>
          </p:nvPr>
        </p:nvSpPr>
        <p:spPr>
          <a:xfrm>
            <a:off x="2432050" y="714594"/>
            <a:ext cx="16988263" cy="738664"/>
          </a:xfrm>
        </p:spPr>
        <p:txBody>
          <a:bodyPr/>
          <a:lstStyle>
            <a:lvl1pPr>
              <a:defRPr sz="4800"/>
            </a:lvl1pPr>
          </a:lstStyle>
          <a:p>
            <a:r>
              <a:rPr lang="es-ES" dirty="0"/>
              <a:t>Haga clic para modificar el estilo de título del patrón</a:t>
            </a:r>
            <a:endParaRPr lang="es-CL" dirty="0"/>
          </a:p>
        </p:txBody>
      </p:sp>
      <p:sp>
        <p:nvSpPr>
          <p:cNvPr id="6" name="object 7">
            <a:extLst>
              <a:ext uri="{FF2B5EF4-FFF2-40B4-BE49-F238E27FC236}">
                <a16:creationId xmlns:a16="http://schemas.microsoft.com/office/drawing/2014/main" id="{14BF04F1-8F4E-3E46-A3B2-80F47EADF391}"/>
              </a:ext>
            </a:extLst>
          </p:cNvPr>
          <p:cNvSpPr/>
          <p:nvPr userDrawn="1"/>
        </p:nvSpPr>
        <p:spPr>
          <a:xfrm>
            <a:off x="-6350" y="656116"/>
            <a:ext cx="2243455" cy="1060450"/>
          </a:xfrm>
          <a:custGeom>
            <a:avLst/>
            <a:gdLst/>
            <a:ahLst/>
            <a:cxnLst/>
            <a:rect l="l" t="t" r="r" b="b"/>
            <a:pathLst>
              <a:path w="2243455" h="1060450">
                <a:moveTo>
                  <a:pt x="2243429" y="0"/>
                </a:moveTo>
                <a:lnTo>
                  <a:pt x="0" y="0"/>
                </a:lnTo>
                <a:lnTo>
                  <a:pt x="0" y="1059999"/>
                </a:lnTo>
                <a:lnTo>
                  <a:pt x="2243429" y="1059999"/>
                </a:lnTo>
                <a:lnTo>
                  <a:pt x="2243429" y="0"/>
                </a:lnTo>
                <a:close/>
              </a:path>
            </a:pathLst>
          </a:custGeom>
          <a:solidFill>
            <a:srgbClr val="257CE1"/>
          </a:solidFill>
        </p:spPr>
        <p:txBody>
          <a:bodyPr wrap="square" lIns="0" tIns="0" rIns="0" bIns="0" rtlCol="0"/>
          <a:lstStyle/>
          <a:p>
            <a:endParaRPr dirty="0"/>
          </a:p>
        </p:txBody>
      </p:sp>
      <p:sp>
        <p:nvSpPr>
          <p:cNvPr id="7" name="object 3">
            <a:extLst>
              <a:ext uri="{FF2B5EF4-FFF2-40B4-BE49-F238E27FC236}">
                <a16:creationId xmlns:a16="http://schemas.microsoft.com/office/drawing/2014/main" id="{7932DF43-D838-5B47-A92B-B88C568B4A19}"/>
              </a:ext>
            </a:extLst>
          </p:cNvPr>
          <p:cNvSpPr/>
          <p:nvPr userDrawn="1"/>
        </p:nvSpPr>
        <p:spPr>
          <a:xfrm>
            <a:off x="16938421" y="10202309"/>
            <a:ext cx="1576070" cy="511175"/>
          </a:xfrm>
          <a:custGeom>
            <a:avLst/>
            <a:gdLst/>
            <a:ahLst/>
            <a:cxnLst/>
            <a:rect l="l" t="t" r="r" b="b"/>
            <a:pathLst>
              <a:path w="1576069" h="511175">
                <a:moveTo>
                  <a:pt x="441172" y="241312"/>
                </a:moveTo>
                <a:lnTo>
                  <a:pt x="435267" y="179641"/>
                </a:lnTo>
                <a:lnTo>
                  <a:pt x="418414" y="127673"/>
                </a:lnTo>
                <a:lnTo>
                  <a:pt x="392747" y="86601"/>
                </a:lnTo>
                <a:lnTo>
                  <a:pt x="391845" y="85153"/>
                </a:lnTo>
                <a:lnTo>
                  <a:pt x="356819" y="51803"/>
                </a:lnTo>
                <a:lnTo>
                  <a:pt x="322008" y="30734"/>
                </a:lnTo>
                <a:lnTo>
                  <a:pt x="322008" y="245008"/>
                </a:lnTo>
                <a:lnTo>
                  <a:pt x="316534" y="299389"/>
                </a:lnTo>
                <a:lnTo>
                  <a:pt x="300723"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07" y="89408"/>
                </a:lnTo>
                <a:lnTo>
                  <a:pt x="132499" y="87985"/>
                </a:lnTo>
                <a:lnTo>
                  <a:pt x="146659" y="86982"/>
                </a:lnTo>
                <a:lnTo>
                  <a:pt x="163588" y="86601"/>
                </a:lnTo>
                <a:lnTo>
                  <a:pt x="209257" y="90881"/>
                </a:lnTo>
                <a:lnTo>
                  <a:pt x="248094" y="103809"/>
                </a:lnTo>
                <a:lnTo>
                  <a:pt x="279438"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59" y="484936"/>
                </a:lnTo>
                <a:lnTo>
                  <a:pt x="324205" y="466864"/>
                </a:lnTo>
                <a:lnTo>
                  <a:pt x="359016" y="443407"/>
                </a:lnTo>
                <a:lnTo>
                  <a:pt x="382054" y="419722"/>
                </a:lnTo>
                <a:lnTo>
                  <a:pt x="385749" y="415925"/>
                </a:lnTo>
                <a:lnTo>
                  <a:pt x="408393" y="382181"/>
                </a:lnTo>
                <a:lnTo>
                  <a:pt x="425894" y="341972"/>
                </a:lnTo>
                <a:lnTo>
                  <a:pt x="437172" y="295097"/>
                </a:lnTo>
                <a:lnTo>
                  <a:pt x="441172" y="241312"/>
                </a:lnTo>
                <a:close/>
              </a:path>
              <a:path w="1576069" h="511175">
                <a:moveTo>
                  <a:pt x="827582" y="502602"/>
                </a:moveTo>
                <a:lnTo>
                  <a:pt x="826490" y="478307"/>
                </a:lnTo>
                <a:lnTo>
                  <a:pt x="825538" y="450888"/>
                </a:lnTo>
                <a:lnTo>
                  <a:pt x="824865" y="420268"/>
                </a:lnTo>
                <a:lnTo>
                  <a:pt x="824611" y="386397"/>
                </a:lnTo>
                <a:lnTo>
                  <a:pt x="824611" y="140639"/>
                </a:lnTo>
                <a:lnTo>
                  <a:pt x="712089" y="140639"/>
                </a:lnTo>
                <a:lnTo>
                  <a:pt x="712089" y="365671"/>
                </a:lnTo>
                <a:lnTo>
                  <a:pt x="710628"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69" h="511175">
                <a:moveTo>
                  <a:pt x="1244155" y="318274"/>
                </a:moveTo>
                <a:lnTo>
                  <a:pt x="1238161" y="266484"/>
                </a:lnTo>
                <a:lnTo>
                  <a:pt x="1220876" y="221424"/>
                </a:lnTo>
                <a:lnTo>
                  <a:pt x="1193355" y="184315"/>
                </a:lnTo>
                <a:lnTo>
                  <a:pt x="1156639"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39" y="399072"/>
                </a:lnTo>
                <a:lnTo>
                  <a:pt x="986155" y="364807"/>
                </a:lnTo>
                <a:lnTo>
                  <a:pt x="981367" y="322008"/>
                </a:lnTo>
                <a:lnTo>
                  <a:pt x="985443" y="282206"/>
                </a:lnTo>
                <a:lnTo>
                  <a:pt x="998397" y="247332"/>
                </a:lnTo>
                <a:lnTo>
                  <a:pt x="1021346" y="222580"/>
                </a:lnTo>
                <a:lnTo>
                  <a:pt x="1055395" y="213169"/>
                </a:lnTo>
                <a:lnTo>
                  <a:pt x="1088174" y="222580"/>
                </a:lnTo>
                <a:lnTo>
                  <a:pt x="1110437"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395" y="199644"/>
                </a:lnTo>
                <a:lnTo>
                  <a:pt x="883894" y="235051"/>
                </a:lnTo>
                <a:lnTo>
                  <a:pt x="870508" y="276745"/>
                </a:lnTo>
                <a:lnTo>
                  <a:pt x="865911" y="324192"/>
                </a:lnTo>
                <a:lnTo>
                  <a:pt x="872426" y="378625"/>
                </a:lnTo>
                <a:lnTo>
                  <a:pt x="890930" y="424548"/>
                </a:lnTo>
                <a:lnTo>
                  <a:pt x="919835" y="461340"/>
                </a:lnTo>
                <a:lnTo>
                  <a:pt x="957567" y="488378"/>
                </a:lnTo>
                <a:lnTo>
                  <a:pt x="1002538" y="505066"/>
                </a:lnTo>
                <a:lnTo>
                  <a:pt x="1053160" y="510755"/>
                </a:lnTo>
                <a:lnTo>
                  <a:pt x="1053896" y="510755"/>
                </a:lnTo>
                <a:lnTo>
                  <a:pt x="1094740" y="507009"/>
                </a:lnTo>
                <a:lnTo>
                  <a:pt x="1133703" y="495655"/>
                </a:lnTo>
                <a:lnTo>
                  <a:pt x="1169187" y="476491"/>
                </a:lnTo>
                <a:lnTo>
                  <a:pt x="1199578" y="449364"/>
                </a:lnTo>
                <a:lnTo>
                  <a:pt x="1223276" y="414070"/>
                </a:lnTo>
                <a:lnTo>
                  <a:pt x="1238669" y="370433"/>
                </a:lnTo>
                <a:lnTo>
                  <a:pt x="1244155" y="318274"/>
                </a:lnTo>
                <a:close/>
              </a:path>
              <a:path w="1576069" h="511175">
                <a:moveTo>
                  <a:pt x="1575854" y="146558"/>
                </a:moveTo>
                <a:lnTo>
                  <a:pt x="1556600" y="140614"/>
                </a:lnTo>
                <a:lnTo>
                  <a:pt x="1535125" y="136194"/>
                </a:lnTo>
                <a:lnTo>
                  <a:pt x="1512544" y="133451"/>
                </a:lnTo>
                <a:lnTo>
                  <a:pt x="1489964" y="132499"/>
                </a:lnTo>
                <a:lnTo>
                  <a:pt x="1436065"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82"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p:spPr>
        <p:txBody>
          <a:bodyPr wrap="square" lIns="0" tIns="0" rIns="0" bIns="0" rtlCol="0"/>
          <a:lstStyle/>
          <a:p>
            <a:endParaRPr dirty="0"/>
          </a:p>
        </p:txBody>
      </p:sp>
      <p:sp>
        <p:nvSpPr>
          <p:cNvPr id="8" name="object 4">
            <a:extLst>
              <a:ext uri="{FF2B5EF4-FFF2-40B4-BE49-F238E27FC236}">
                <a16:creationId xmlns:a16="http://schemas.microsoft.com/office/drawing/2014/main" id="{9DEB8F4A-6C01-284B-B123-A27D152597CD}"/>
              </a:ext>
            </a:extLst>
          </p:cNvPr>
          <p:cNvSpPr/>
          <p:nvPr userDrawn="1"/>
        </p:nvSpPr>
        <p:spPr>
          <a:xfrm>
            <a:off x="18623540" y="10245307"/>
            <a:ext cx="378460" cy="469900"/>
          </a:xfrm>
          <a:custGeom>
            <a:avLst/>
            <a:gdLst/>
            <a:ahLst/>
            <a:cxnLst/>
            <a:rect l="l" t="t" r="r" b="b"/>
            <a:pathLst>
              <a:path w="378459" h="46990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p:spPr>
        <p:txBody>
          <a:bodyPr wrap="square" lIns="0" tIns="0" rIns="0" bIns="0" rtlCol="0"/>
          <a:lstStyle/>
          <a:p>
            <a:endParaRPr dirty="0"/>
          </a:p>
        </p:txBody>
      </p:sp>
      <p:grpSp>
        <p:nvGrpSpPr>
          <p:cNvPr id="9" name="object 5">
            <a:extLst>
              <a:ext uri="{FF2B5EF4-FFF2-40B4-BE49-F238E27FC236}">
                <a16:creationId xmlns:a16="http://schemas.microsoft.com/office/drawing/2014/main" id="{50440F77-9AF6-2142-A93F-4B5F6DDBD871}"/>
              </a:ext>
            </a:extLst>
          </p:cNvPr>
          <p:cNvGrpSpPr/>
          <p:nvPr userDrawn="1"/>
        </p:nvGrpSpPr>
        <p:grpSpPr>
          <a:xfrm>
            <a:off x="19053919" y="10117702"/>
            <a:ext cx="427355" cy="597535"/>
            <a:chOff x="19053919" y="10117702"/>
            <a:chExt cx="427355" cy="597535"/>
          </a:xfrm>
        </p:grpSpPr>
        <p:sp>
          <p:nvSpPr>
            <p:cNvPr id="10" name="object 6">
              <a:extLst>
                <a:ext uri="{FF2B5EF4-FFF2-40B4-BE49-F238E27FC236}">
                  <a16:creationId xmlns:a16="http://schemas.microsoft.com/office/drawing/2014/main" id="{B5FF8718-DC05-C046-A01E-6155D9ABE0D5}"/>
                </a:ext>
              </a:extLst>
            </p:cNvPr>
            <p:cNvSpPr/>
            <p:nvPr/>
          </p:nvSpPr>
          <p:spPr>
            <a:xfrm>
              <a:off x="19053919" y="10237764"/>
              <a:ext cx="366395" cy="477520"/>
            </a:xfrm>
            <a:custGeom>
              <a:avLst/>
              <a:gdLst/>
              <a:ahLst/>
              <a:cxnLst/>
              <a:rect l="l" t="t" r="r" b="b"/>
              <a:pathLst>
                <a:path w="366394" h="47752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p:spPr>
          <p:txBody>
            <a:bodyPr wrap="square" lIns="0" tIns="0" rIns="0" bIns="0" rtlCol="0"/>
            <a:lstStyle/>
            <a:p>
              <a:endParaRPr dirty="0"/>
            </a:p>
          </p:txBody>
        </p:sp>
        <p:pic>
          <p:nvPicPr>
            <p:cNvPr id="11" name="object 7">
              <a:extLst>
                <a:ext uri="{FF2B5EF4-FFF2-40B4-BE49-F238E27FC236}">
                  <a16:creationId xmlns:a16="http://schemas.microsoft.com/office/drawing/2014/main" id="{680319A8-C88C-E845-B967-74CD5DD4CA96}"/>
                </a:ext>
              </a:extLst>
            </p:cNvPr>
            <p:cNvPicPr/>
            <p:nvPr/>
          </p:nvPicPr>
          <p:blipFill>
            <a:blip r:embed="rId2" cstate="email">
              <a:extLst>
                <a:ext uri="{28A0092B-C50C-407E-A947-70E740481C1C}">
                  <a14:useLocalDpi xmlns:a14="http://schemas.microsoft.com/office/drawing/2010/main"/>
                </a:ext>
              </a:extLst>
            </a:blip>
            <a:stretch>
              <a:fillRect/>
            </a:stretch>
          </p:blipFill>
          <p:spPr>
            <a:xfrm>
              <a:off x="19368634" y="10117702"/>
              <a:ext cx="112300" cy="112268"/>
            </a:xfrm>
            <a:prstGeom prst="rect">
              <a:avLst/>
            </a:prstGeom>
          </p:spPr>
        </p:pic>
      </p:grpSp>
    </p:spTree>
    <p:extLst>
      <p:ext uri="{BB962C8B-B14F-4D97-AF65-F5344CB8AC3E}">
        <p14:creationId xmlns:p14="http://schemas.microsoft.com/office/powerpoint/2010/main" val="2391385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1" name="object 2">
            <a:extLst>
              <a:ext uri="{FF2B5EF4-FFF2-40B4-BE49-F238E27FC236}">
                <a16:creationId xmlns:a16="http://schemas.microsoft.com/office/drawing/2014/main" id="{248CA032-B7CF-AC47-80C3-3DC0FECADE87}"/>
              </a:ext>
            </a:extLst>
          </p:cNvPr>
          <p:cNvSpPr/>
          <p:nvPr userDrawn="1"/>
        </p:nvSpPr>
        <p:spPr>
          <a:xfrm>
            <a:off x="727227" y="10202309"/>
            <a:ext cx="1576070" cy="511175"/>
          </a:xfrm>
          <a:custGeom>
            <a:avLst/>
            <a:gdLst/>
            <a:ahLst/>
            <a:cxnLst/>
            <a:rect l="l" t="t" r="r" b="b"/>
            <a:pathLst>
              <a:path w="1576070" h="511175">
                <a:moveTo>
                  <a:pt x="441172" y="241312"/>
                </a:moveTo>
                <a:lnTo>
                  <a:pt x="435267" y="179641"/>
                </a:lnTo>
                <a:lnTo>
                  <a:pt x="418414" y="127673"/>
                </a:lnTo>
                <a:lnTo>
                  <a:pt x="392747" y="86601"/>
                </a:lnTo>
                <a:lnTo>
                  <a:pt x="391845" y="85153"/>
                </a:lnTo>
                <a:lnTo>
                  <a:pt x="356819" y="51803"/>
                </a:lnTo>
                <a:lnTo>
                  <a:pt x="322008" y="30734"/>
                </a:lnTo>
                <a:lnTo>
                  <a:pt x="322008" y="245008"/>
                </a:lnTo>
                <a:lnTo>
                  <a:pt x="316547" y="299389"/>
                </a:lnTo>
                <a:lnTo>
                  <a:pt x="300736"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19" y="89408"/>
                </a:lnTo>
                <a:lnTo>
                  <a:pt x="132499" y="87985"/>
                </a:lnTo>
                <a:lnTo>
                  <a:pt x="146659" y="86982"/>
                </a:lnTo>
                <a:lnTo>
                  <a:pt x="163601" y="86601"/>
                </a:lnTo>
                <a:lnTo>
                  <a:pt x="209257" y="90881"/>
                </a:lnTo>
                <a:lnTo>
                  <a:pt x="248094" y="103809"/>
                </a:lnTo>
                <a:lnTo>
                  <a:pt x="279450"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71" y="484936"/>
                </a:lnTo>
                <a:lnTo>
                  <a:pt x="324205" y="466864"/>
                </a:lnTo>
                <a:lnTo>
                  <a:pt x="359029" y="443407"/>
                </a:lnTo>
                <a:lnTo>
                  <a:pt x="382054" y="419722"/>
                </a:lnTo>
                <a:lnTo>
                  <a:pt x="385749" y="415925"/>
                </a:lnTo>
                <a:lnTo>
                  <a:pt x="408393" y="382181"/>
                </a:lnTo>
                <a:lnTo>
                  <a:pt x="425894" y="341972"/>
                </a:lnTo>
                <a:lnTo>
                  <a:pt x="437172" y="295097"/>
                </a:lnTo>
                <a:lnTo>
                  <a:pt x="441172" y="241312"/>
                </a:lnTo>
                <a:close/>
              </a:path>
              <a:path w="1576070" h="511175">
                <a:moveTo>
                  <a:pt x="827582" y="502602"/>
                </a:moveTo>
                <a:lnTo>
                  <a:pt x="826503" y="478307"/>
                </a:lnTo>
                <a:lnTo>
                  <a:pt x="825550" y="450888"/>
                </a:lnTo>
                <a:lnTo>
                  <a:pt x="824865" y="420268"/>
                </a:lnTo>
                <a:lnTo>
                  <a:pt x="824611" y="386397"/>
                </a:lnTo>
                <a:lnTo>
                  <a:pt x="824611" y="140639"/>
                </a:lnTo>
                <a:lnTo>
                  <a:pt x="712089" y="140639"/>
                </a:lnTo>
                <a:lnTo>
                  <a:pt x="712089" y="365671"/>
                </a:lnTo>
                <a:lnTo>
                  <a:pt x="710641"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70" h="511175">
                <a:moveTo>
                  <a:pt x="1244155" y="318274"/>
                </a:moveTo>
                <a:lnTo>
                  <a:pt x="1238161" y="266484"/>
                </a:lnTo>
                <a:lnTo>
                  <a:pt x="1220889" y="221424"/>
                </a:lnTo>
                <a:lnTo>
                  <a:pt x="1193355" y="184315"/>
                </a:lnTo>
                <a:lnTo>
                  <a:pt x="1156652"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52" y="399072"/>
                </a:lnTo>
                <a:lnTo>
                  <a:pt x="986155" y="364807"/>
                </a:lnTo>
                <a:lnTo>
                  <a:pt x="981367" y="322008"/>
                </a:lnTo>
                <a:lnTo>
                  <a:pt x="985443" y="282206"/>
                </a:lnTo>
                <a:lnTo>
                  <a:pt x="998397" y="247332"/>
                </a:lnTo>
                <a:lnTo>
                  <a:pt x="1021359" y="222580"/>
                </a:lnTo>
                <a:lnTo>
                  <a:pt x="1055395" y="213169"/>
                </a:lnTo>
                <a:lnTo>
                  <a:pt x="1088174" y="222580"/>
                </a:lnTo>
                <a:lnTo>
                  <a:pt x="1110449"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408" y="199644"/>
                </a:lnTo>
                <a:lnTo>
                  <a:pt x="883894" y="235051"/>
                </a:lnTo>
                <a:lnTo>
                  <a:pt x="870508" y="276745"/>
                </a:lnTo>
                <a:lnTo>
                  <a:pt x="865911" y="324192"/>
                </a:lnTo>
                <a:lnTo>
                  <a:pt x="872426" y="378625"/>
                </a:lnTo>
                <a:lnTo>
                  <a:pt x="890930" y="424548"/>
                </a:lnTo>
                <a:lnTo>
                  <a:pt x="919848" y="461340"/>
                </a:lnTo>
                <a:lnTo>
                  <a:pt x="957580" y="488378"/>
                </a:lnTo>
                <a:lnTo>
                  <a:pt x="1002538" y="505066"/>
                </a:lnTo>
                <a:lnTo>
                  <a:pt x="1053160" y="510755"/>
                </a:lnTo>
                <a:lnTo>
                  <a:pt x="1053909" y="510755"/>
                </a:lnTo>
                <a:lnTo>
                  <a:pt x="1094740" y="507009"/>
                </a:lnTo>
                <a:lnTo>
                  <a:pt x="1133703" y="495655"/>
                </a:lnTo>
                <a:lnTo>
                  <a:pt x="1169187" y="476491"/>
                </a:lnTo>
                <a:lnTo>
                  <a:pt x="1199578" y="449364"/>
                </a:lnTo>
                <a:lnTo>
                  <a:pt x="1223276" y="414070"/>
                </a:lnTo>
                <a:lnTo>
                  <a:pt x="1238669" y="370433"/>
                </a:lnTo>
                <a:lnTo>
                  <a:pt x="1244155" y="318274"/>
                </a:lnTo>
                <a:close/>
              </a:path>
              <a:path w="1576070" h="511175">
                <a:moveTo>
                  <a:pt x="1575854" y="146558"/>
                </a:moveTo>
                <a:lnTo>
                  <a:pt x="1556600" y="140614"/>
                </a:lnTo>
                <a:lnTo>
                  <a:pt x="1535125" y="136194"/>
                </a:lnTo>
                <a:lnTo>
                  <a:pt x="1512557" y="133451"/>
                </a:lnTo>
                <a:lnTo>
                  <a:pt x="1489964" y="132499"/>
                </a:lnTo>
                <a:lnTo>
                  <a:pt x="1436077"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94"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p:spPr>
        <p:txBody>
          <a:bodyPr wrap="square" lIns="0" tIns="0" rIns="0" bIns="0" rtlCol="0"/>
          <a:lstStyle/>
          <a:p>
            <a:endParaRPr dirty="0"/>
          </a:p>
        </p:txBody>
      </p:sp>
      <p:sp>
        <p:nvSpPr>
          <p:cNvPr id="12" name="object 3">
            <a:extLst>
              <a:ext uri="{FF2B5EF4-FFF2-40B4-BE49-F238E27FC236}">
                <a16:creationId xmlns:a16="http://schemas.microsoft.com/office/drawing/2014/main" id="{AB72D184-1BCC-8E4D-AB97-E7C9B55D20C7}"/>
              </a:ext>
            </a:extLst>
          </p:cNvPr>
          <p:cNvSpPr/>
          <p:nvPr userDrawn="1"/>
        </p:nvSpPr>
        <p:spPr>
          <a:xfrm>
            <a:off x="2412348" y="10245307"/>
            <a:ext cx="378460" cy="469900"/>
          </a:xfrm>
          <a:custGeom>
            <a:avLst/>
            <a:gdLst/>
            <a:ahLst/>
            <a:cxnLst/>
            <a:rect l="l" t="t" r="r" b="b"/>
            <a:pathLst>
              <a:path w="378460" h="46990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p:spPr>
        <p:txBody>
          <a:bodyPr wrap="square" lIns="0" tIns="0" rIns="0" bIns="0" rtlCol="0"/>
          <a:lstStyle/>
          <a:p>
            <a:endParaRPr dirty="0"/>
          </a:p>
        </p:txBody>
      </p:sp>
      <p:grpSp>
        <p:nvGrpSpPr>
          <p:cNvPr id="13" name="object 4">
            <a:extLst>
              <a:ext uri="{FF2B5EF4-FFF2-40B4-BE49-F238E27FC236}">
                <a16:creationId xmlns:a16="http://schemas.microsoft.com/office/drawing/2014/main" id="{A2800012-DA06-CF45-A47A-D4B30EA37B75}"/>
              </a:ext>
            </a:extLst>
          </p:cNvPr>
          <p:cNvGrpSpPr/>
          <p:nvPr userDrawn="1"/>
        </p:nvGrpSpPr>
        <p:grpSpPr>
          <a:xfrm>
            <a:off x="2842727" y="10117702"/>
            <a:ext cx="427355" cy="597535"/>
            <a:chOff x="2842727" y="10117702"/>
            <a:chExt cx="427355" cy="597535"/>
          </a:xfrm>
        </p:grpSpPr>
        <p:sp>
          <p:nvSpPr>
            <p:cNvPr id="14" name="object 5">
              <a:extLst>
                <a:ext uri="{FF2B5EF4-FFF2-40B4-BE49-F238E27FC236}">
                  <a16:creationId xmlns:a16="http://schemas.microsoft.com/office/drawing/2014/main" id="{039AC548-D805-B546-AF98-3B421C054969}"/>
                </a:ext>
              </a:extLst>
            </p:cNvPr>
            <p:cNvSpPr/>
            <p:nvPr/>
          </p:nvSpPr>
          <p:spPr>
            <a:xfrm>
              <a:off x="2842727" y="10237764"/>
              <a:ext cx="366395" cy="477520"/>
            </a:xfrm>
            <a:custGeom>
              <a:avLst/>
              <a:gdLst/>
              <a:ahLst/>
              <a:cxnLst/>
              <a:rect l="l" t="t" r="r" b="b"/>
              <a:pathLst>
                <a:path w="366394" h="47752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p:spPr>
          <p:txBody>
            <a:bodyPr wrap="square" lIns="0" tIns="0" rIns="0" bIns="0" rtlCol="0"/>
            <a:lstStyle/>
            <a:p>
              <a:endParaRPr dirty="0"/>
            </a:p>
          </p:txBody>
        </p:sp>
        <p:pic>
          <p:nvPicPr>
            <p:cNvPr id="15" name="object 6">
              <a:extLst>
                <a:ext uri="{FF2B5EF4-FFF2-40B4-BE49-F238E27FC236}">
                  <a16:creationId xmlns:a16="http://schemas.microsoft.com/office/drawing/2014/main" id="{DAA5A1C9-3FFD-F741-93B2-F1CDA55129CC}"/>
                </a:ext>
              </a:extLst>
            </p:cNvPr>
            <p:cNvPicPr/>
            <p:nvPr/>
          </p:nvPicPr>
          <p:blipFill>
            <a:blip r:embed="rId2" cstate="email">
              <a:extLst>
                <a:ext uri="{28A0092B-C50C-407E-A947-70E740481C1C}">
                  <a14:useLocalDpi xmlns:a14="http://schemas.microsoft.com/office/drawing/2010/main"/>
                </a:ext>
              </a:extLst>
            </a:blip>
            <a:stretch>
              <a:fillRect/>
            </a:stretch>
          </p:blipFill>
          <p:spPr>
            <a:xfrm>
              <a:off x="3157442" y="10117702"/>
              <a:ext cx="112300" cy="112268"/>
            </a:xfrm>
            <a:prstGeom prst="rect">
              <a:avLst/>
            </a:prstGeom>
          </p:spPr>
        </p:pic>
      </p:grpSp>
      <p:sp>
        <p:nvSpPr>
          <p:cNvPr id="16" name="object 7">
            <a:extLst>
              <a:ext uri="{FF2B5EF4-FFF2-40B4-BE49-F238E27FC236}">
                <a16:creationId xmlns:a16="http://schemas.microsoft.com/office/drawing/2014/main" id="{2AF2BE2F-4D9A-CF4D-AF78-BAD6CC1B2837}"/>
              </a:ext>
            </a:extLst>
          </p:cNvPr>
          <p:cNvSpPr/>
          <p:nvPr userDrawn="1"/>
        </p:nvSpPr>
        <p:spPr>
          <a:xfrm>
            <a:off x="17840597" y="656116"/>
            <a:ext cx="2243455" cy="1060450"/>
          </a:xfrm>
          <a:custGeom>
            <a:avLst/>
            <a:gdLst/>
            <a:ahLst/>
            <a:cxnLst/>
            <a:rect l="l" t="t" r="r" b="b"/>
            <a:pathLst>
              <a:path w="2243455" h="1060450">
                <a:moveTo>
                  <a:pt x="2243429" y="0"/>
                </a:moveTo>
                <a:lnTo>
                  <a:pt x="0" y="0"/>
                </a:lnTo>
                <a:lnTo>
                  <a:pt x="0" y="1059999"/>
                </a:lnTo>
                <a:lnTo>
                  <a:pt x="2243429" y="1059999"/>
                </a:lnTo>
                <a:lnTo>
                  <a:pt x="2243429" y="0"/>
                </a:lnTo>
                <a:close/>
              </a:path>
            </a:pathLst>
          </a:custGeom>
          <a:solidFill>
            <a:srgbClr val="257CE1"/>
          </a:solidFill>
        </p:spPr>
        <p:txBody>
          <a:bodyPr wrap="square" lIns="0" tIns="0" rIns="0" bIns="0" rtlCol="0"/>
          <a:lstStyle/>
          <a:p>
            <a:endParaRPr dirty="0"/>
          </a:p>
        </p:txBody>
      </p:sp>
      <p:sp>
        <p:nvSpPr>
          <p:cNvPr id="18" name="Marcador de texto 17">
            <a:extLst>
              <a:ext uri="{FF2B5EF4-FFF2-40B4-BE49-F238E27FC236}">
                <a16:creationId xmlns:a16="http://schemas.microsoft.com/office/drawing/2014/main" id="{E6AC5AA0-C4FD-A742-898F-2F81DD6B4DF8}"/>
              </a:ext>
            </a:extLst>
          </p:cNvPr>
          <p:cNvSpPr>
            <a:spLocks noGrp="1"/>
          </p:cNvSpPr>
          <p:nvPr>
            <p:ph type="body" sz="quarter" idx="10"/>
          </p:nvPr>
        </p:nvSpPr>
        <p:spPr>
          <a:xfrm>
            <a:off x="727227" y="755454"/>
            <a:ext cx="16792423" cy="738664"/>
          </a:xfrm>
        </p:spPr>
        <p:txBody>
          <a:bodyPr/>
          <a:lstStyle>
            <a:lvl1pPr algn="r">
              <a:defRPr sz="4800" b="1">
                <a:latin typeface="Arial" panose="020B0604020202020204" pitchFamily="34" charset="0"/>
                <a:cs typeface="Arial" panose="020B0604020202020204" pitchFamily="34" charset="0"/>
              </a:defRPr>
            </a:lvl1pPr>
          </a:lstStyle>
          <a:p>
            <a:r>
              <a:rPr lang="es-ES" dirty="0"/>
              <a:t>Editar los estilos de texto del patrón</a:t>
            </a:r>
            <a:endParaRPr lang="es-CL"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0" name="Imagen 19">
            <a:extLst>
              <a:ext uri="{FF2B5EF4-FFF2-40B4-BE49-F238E27FC236}">
                <a16:creationId xmlns:a16="http://schemas.microsoft.com/office/drawing/2014/main" id="{293DC4AC-3CD1-B728-F1D4-9297A3D9EA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2" name="Imagen 21">
            <a:extLst>
              <a:ext uri="{FF2B5EF4-FFF2-40B4-BE49-F238E27FC236}">
                <a16:creationId xmlns:a16="http://schemas.microsoft.com/office/drawing/2014/main" id="{75BA927C-DF3C-76F9-F858-D08E957A4C0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340"/>
            <a:ext cx="20109342" cy="11305614"/>
          </a:xfrm>
          <a:prstGeom prst="rect">
            <a:avLst/>
          </a:prstGeom>
        </p:spPr>
      </p:pic>
      <p:sp>
        <p:nvSpPr>
          <p:cNvPr id="23" name="Rectángulo 22">
            <a:extLst>
              <a:ext uri="{FF2B5EF4-FFF2-40B4-BE49-F238E27FC236}">
                <a16:creationId xmlns:a16="http://schemas.microsoft.com/office/drawing/2014/main" id="{B6946770-F426-2FD2-6657-14F29D5A8E25}"/>
              </a:ext>
            </a:extLst>
          </p:cNvPr>
          <p:cNvSpPr/>
          <p:nvPr userDrawn="1"/>
        </p:nvSpPr>
        <p:spPr>
          <a:xfrm>
            <a:off x="755650" y="62642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4" name="Título 1">
            <a:extLst>
              <a:ext uri="{FF2B5EF4-FFF2-40B4-BE49-F238E27FC236}">
                <a16:creationId xmlns:a16="http://schemas.microsoft.com/office/drawing/2014/main" id="{38E6F079-F9D6-8270-ADE8-DE597BD21FFF}"/>
              </a:ext>
            </a:extLst>
          </p:cNvPr>
          <p:cNvSpPr>
            <a:spLocks noGrp="1"/>
          </p:cNvSpPr>
          <p:nvPr>
            <p:ph type="title"/>
          </p:nvPr>
        </p:nvSpPr>
        <p:spPr>
          <a:xfrm>
            <a:off x="1184428" y="65914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19" name="Imagen 18">
            <a:extLst>
              <a:ext uri="{FF2B5EF4-FFF2-40B4-BE49-F238E27FC236}">
                <a16:creationId xmlns:a16="http://schemas.microsoft.com/office/drawing/2014/main" id="{CC49A5DC-7F63-7053-BF30-9BEB915A86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3" name="Imagen 22">
            <a:extLst>
              <a:ext uri="{FF2B5EF4-FFF2-40B4-BE49-F238E27FC236}">
                <a16:creationId xmlns:a16="http://schemas.microsoft.com/office/drawing/2014/main" id="{97E369C9-9696-52E0-3D5A-4A3A83A9C2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4" name="Rectángulo 23">
            <a:extLst>
              <a:ext uri="{FF2B5EF4-FFF2-40B4-BE49-F238E27FC236}">
                <a16:creationId xmlns:a16="http://schemas.microsoft.com/office/drawing/2014/main" id="{EDE5CBD5-32E9-715D-214E-87F7F64407EA}"/>
              </a:ext>
            </a:extLst>
          </p:cNvPr>
          <p:cNvSpPr/>
          <p:nvPr userDrawn="1"/>
        </p:nvSpPr>
        <p:spPr>
          <a:xfrm>
            <a:off x="7004050" y="73310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5" name="Título 1">
            <a:extLst>
              <a:ext uri="{FF2B5EF4-FFF2-40B4-BE49-F238E27FC236}">
                <a16:creationId xmlns:a16="http://schemas.microsoft.com/office/drawing/2014/main" id="{FA2B3E84-593C-1926-74EE-AA7B31F62D0D}"/>
              </a:ext>
            </a:extLst>
          </p:cNvPr>
          <p:cNvSpPr>
            <a:spLocks noGrp="1"/>
          </p:cNvSpPr>
          <p:nvPr>
            <p:ph type="title"/>
          </p:nvPr>
        </p:nvSpPr>
        <p:spPr>
          <a:xfrm>
            <a:off x="7432828" y="76582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6545789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221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2707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2314421" y="714594"/>
            <a:ext cx="5259705" cy="915669"/>
          </a:xfrm>
          <a:prstGeom prst="rect">
            <a:avLst/>
          </a:prstGeom>
        </p:spPr>
        <p:txBody>
          <a:bodyPr wrap="square" lIns="0" tIns="0" rIns="0" bIns="0">
            <a:spAutoFit/>
          </a:bodyPr>
          <a:lstStyle>
            <a:lvl1pPr>
              <a:defRPr sz="5800" b="1" i="0">
                <a:solidFill>
                  <a:schemeClr val="tx1"/>
                </a:solidFill>
                <a:latin typeface="Arial"/>
                <a:cs typeface="Arial"/>
              </a:defRPr>
            </a:lvl1pPr>
          </a:lstStyle>
          <a:p>
            <a:endParaRPr/>
          </a:p>
        </p:txBody>
      </p:sp>
      <p:sp>
        <p:nvSpPr>
          <p:cNvPr id="3" name="Holder 3"/>
          <p:cNvSpPr>
            <a:spLocks noGrp="1"/>
          </p:cNvSpPr>
          <p:nvPr>
            <p:ph type="body" idx="1"/>
          </p:nvPr>
        </p:nvSpPr>
        <p:spPr>
          <a:xfrm>
            <a:off x="1005205" y="2601150"/>
            <a:ext cx="18093690"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1/15/2024</a:t>
            </a:fld>
            <a:endParaRPr lang="en-US" dirty="0"/>
          </a:p>
        </p:txBody>
      </p:sp>
      <p:sp>
        <p:nvSpPr>
          <p:cNvPr id="6" name="Holder 6"/>
          <p:cNvSpPr>
            <a:spLocks noGrp="1"/>
          </p:cNvSpPr>
          <p:nvPr>
            <p:ph type="sldNum" sz="quarter" idx="7"/>
          </p:nvPr>
        </p:nvSpPr>
        <p:spPr>
          <a:xfrm>
            <a:off x="14474953" y="10517696"/>
            <a:ext cx="4623943" cy="5654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72" r:id="rId2"/>
    <p:sldLayoutId id="2147483662" r:id="rId3"/>
    <p:sldLayoutId id="2147483669" r:id="rId4"/>
    <p:sldLayoutId id="2147483664" r:id="rId5"/>
    <p:sldLayoutId id="2147483670" r:id="rId6"/>
    <p:sldLayoutId id="2147483677" r:id="rId7"/>
    <p:sldLayoutId id="2147483666" r:id="rId8"/>
    <p:sldLayoutId id="2147483665" r:id="rId9"/>
    <p:sldLayoutId id="2147483663" r:id="rId10"/>
    <p:sldLayoutId id="2147483673" r:id="rId11"/>
    <p:sldLayoutId id="2147483671" r:id="rId12"/>
    <p:sldLayoutId id="2147483678" r:id="rId13"/>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4.png"/><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hyperlink" Target="https://docs.sonarsource.com/" TargetMode="External"/><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70841C-0ACF-DE6F-43AC-3E3396A2923B}"/>
              </a:ext>
            </a:extLst>
          </p:cNvPr>
          <p:cNvSpPr>
            <a:spLocks noGrp="1"/>
          </p:cNvSpPr>
          <p:nvPr>
            <p:ph type="ctrTitle"/>
          </p:nvPr>
        </p:nvSpPr>
        <p:spPr>
          <a:xfrm>
            <a:off x="2866705" y="7696457"/>
            <a:ext cx="8749511" cy="1477328"/>
          </a:xfrm>
        </p:spPr>
        <p:txBody>
          <a:bodyPr wrap="square" lIns="0" tIns="0" rIns="0" bIns="0" anchor="t">
            <a:spAutoFit/>
          </a:bodyPr>
          <a:lstStyle/>
          <a:p>
            <a:r>
              <a:rPr lang="es-ES" sz="4800" spc="-10" dirty="0"/>
              <a:t>PRUEBAS UNITARIAS Y DE INSPECCIÓN DE CÓDIGO</a:t>
            </a:r>
            <a:endParaRPr lang="es-CL" sz="4800" dirty="0"/>
          </a:p>
        </p:txBody>
      </p:sp>
      <p:sp>
        <p:nvSpPr>
          <p:cNvPr id="3" name="Subtítulo 2">
            <a:extLst>
              <a:ext uri="{FF2B5EF4-FFF2-40B4-BE49-F238E27FC236}">
                <a16:creationId xmlns:a16="http://schemas.microsoft.com/office/drawing/2014/main" id="{B839BAB8-5980-04D6-9003-ABBE79FC69B7}"/>
              </a:ext>
            </a:extLst>
          </p:cNvPr>
          <p:cNvSpPr>
            <a:spLocks noGrp="1"/>
          </p:cNvSpPr>
          <p:nvPr>
            <p:ph type="subTitle" idx="4"/>
          </p:nvPr>
        </p:nvSpPr>
        <p:spPr>
          <a:xfrm>
            <a:off x="2866705" y="9761994"/>
            <a:ext cx="8712681" cy="369332"/>
          </a:xfrm>
        </p:spPr>
        <p:txBody>
          <a:bodyPr/>
          <a:lstStyle/>
          <a:p>
            <a:r>
              <a:rPr lang="es-CL" dirty="0"/>
              <a:t>Técnicas de Calidad de Software </a:t>
            </a:r>
            <a:r>
              <a:rPr lang="es-CL" sz="2400" dirty="0">
                <a:latin typeface="Arial"/>
                <a:cs typeface="Arial"/>
              </a:rPr>
              <a:t>- </a:t>
            </a:r>
            <a:r>
              <a:rPr lang="es-CL" dirty="0"/>
              <a:t>TCY0101</a:t>
            </a:r>
            <a:endParaRPr lang="es-CL" sz="2400" dirty="0">
              <a:latin typeface="Arial"/>
              <a:cs typeface="Arial"/>
            </a:endParaRPr>
          </a:p>
        </p:txBody>
      </p:sp>
    </p:spTree>
    <p:extLst>
      <p:ext uri="{BB962C8B-B14F-4D97-AF65-F5344CB8AC3E}">
        <p14:creationId xmlns:p14="http://schemas.microsoft.com/office/powerpoint/2010/main" val="3642932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FFB337F0-2FCC-924F-952C-07C673B763B0}"/>
              </a:ext>
            </a:extLst>
          </p:cNvPr>
          <p:cNvSpPr/>
          <p:nvPr/>
        </p:nvSpPr>
        <p:spPr>
          <a:xfrm>
            <a:off x="9251462" y="1250426"/>
            <a:ext cx="5357557" cy="1015663"/>
          </a:xfrm>
          <a:prstGeom prst="rect">
            <a:avLst/>
          </a:prstGeom>
        </p:spPr>
        <p:txBody>
          <a:bodyPr wrap="none">
            <a:spAutoFit/>
          </a:bodyPr>
          <a:lstStyle/>
          <a:p>
            <a:r>
              <a:rPr lang="es-CL" sz="6000" b="1" dirty="0">
                <a:latin typeface="Arial Black" panose="020B0604020202020204" pitchFamily="34" charset="0"/>
                <a:cs typeface="Arial Black" panose="020B0604020202020204" pitchFamily="34" charset="0"/>
              </a:rPr>
              <a:t>CONTENIDO</a:t>
            </a:r>
          </a:p>
        </p:txBody>
      </p:sp>
      <p:sp>
        <p:nvSpPr>
          <p:cNvPr id="9" name="Título 1">
            <a:extLst>
              <a:ext uri="{FF2B5EF4-FFF2-40B4-BE49-F238E27FC236}">
                <a16:creationId xmlns:a16="http://schemas.microsoft.com/office/drawing/2014/main" id="{8A3E674A-F038-D144-A91A-8FBF8FFE0F11}"/>
              </a:ext>
            </a:extLst>
          </p:cNvPr>
          <p:cNvSpPr txBox="1">
            <a:spLocks/>
          </p:cNvSpPr>
          <p:nvPr/>
        </p:nvSpPr>
        <p:spPr>
          <a:xfrm>
            <a:off x="8527451" y="3349137"/>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01</a:t>
            </a:r>
          </a:p>
        </p:txBody>
      </p:sp>
      <p:sp>
        <p:nvSpPr>
          <p:cNvPr id="12" name="Título 1">
            <a:extLst>
              <a:ext uri="{FF2B5EF4-FFF2-40B4-BE49-F238E27FC236}">
                <a16:creationId xmlns:a16="http://schemas.microsoft.com/office/drawing/2014/main" id="{BB375BB0-38DE-5947-A049-E37CBB392147}"/>
              </a:ext>
            </a:extLst>
          </p:cNvPr>
          <p:cNvSpPr txBox="1">
            <a:spLocks/>
          </p:cNvSpPr>
          <p:nvPr/>
        </p:nvSpPr>
        <p:spPr>
          <a:xfrm>
            <a:off x="8598403" y="7053448"/>
            <a:ext cx="4725926" cy="1384995"/>
          </a:xfrm>
          <a:prstGeom prst="rect">
            <a:avLst/>
          </a:prstGeom>
        </p:spPr>
        <p:txBody>
          <a:bodyPr wrap="square" lIns="0" tIns="0" rIns="0" bIns="0" anchor="t">
            <a:spAutoFit/>
          </a:bodyPr>
          <a:lstStyle>
            <a:lvl1pPr>
              <a:defRPr sz="5000" b="1" i="0">
                <a:solidFill>
                  <a:schemeClr val="tx1"/>
                </a:solidFill>
                <a:latin typeface="Arial"/>
                <a:ea typeface="+mj-ea"/>
                <a:cs typeface="Arial"/>
              </a:defRPr>
            </a:lvl1pPr>
          </a:lstStyle>
          <a:p>
            <a:pPr algn="l"/>
            <a:r>
              <a:rPr lang="es-ES" sz="3000" dirty="0"/>
              <a:t>PRUEBAS DE INSPECCIÓN DE CÓDIGO</a:t>
            </a:r>
          </a:p>
          <a:p>
            <a:pPr algn="l"/>
            <a:endParaRPr lang="es-CL" sz="3000" dirty="0"/>
          </a:p>
        </p:txBody>
      </p:sp>
      <p:sp>
        <p:nvSpPr>
          <p:cNvPr id="13" name="Título 1">
            <a:extLst>
              <a:ext uri="{FF2B5EF4-FFF2-40B4-BE49-F238E27FC236}">
                <a16:creationId xmlns:a16="http://schemas.microsoft.com/office/drawing/2014/main" id="{EE8DCEDB-0701-9E4F-B841-31F2AEF95FCF}"/>
              </a:ext>
            </a:extLst>
          </p:cNvPr>
          <p:cNvSpPr txBox="1">
            <a:spLocks/>
          </p:cNvSpPr>
          <p:nvPr/>
        </p:nvSpPr>
        <p:spPr>
          <a:xfrm>
            <a:off x="14302908" y="4276494"/>
            <a:ext cx="4728882" cy="461665"/>
          </a:xfrm>
          <a:prstGeom prst="rect">
            <a:avLst/>
          </a:prstGeom>
        </p:spPr>
        <p:txBody>
          <a:bodyPr wrap="square" lIns="0" tIns="0" rIns="0" bIns="0" anchor="t">
            <a:spAutoFit/>
          </a:bodyPr>
          <a:lstStyle>
            <a:lvl1pPr>
              <a:defRPr sz="5000" b="1" i="0">
                <a:solidFill>
                  <a:schemeClr val="tx1"/>
                </a:solidFill>
                <a:latin typeface="Arial"/>
                <a:ea typeface="+mj-ea"/>
                <a:cs typeface="Arial"/>
              </a:defRPr>
            </a:lvl1pPr>
          </a:lstStyle>
          <a:p>
            <a:r>
              <a:rPr lang="es-CL" sz="3000" dirty="0"/>
              <a:t>ACTIVIDAD</a:t>
            </a:r>
          </a:p>
        </p:txBody>
      </p:sp>
      <p:sp>
        <p:nvSpPr>
          <p:cNvPr id="14" name="Título 1">
            <a:extLst>
              <a:ext uri="{FF2B5EF4-FFF2-40B4-BE49-F238E27FC236}">
                <a16:creationId xmlns:a16="http://schemas.microsoft.com/office/drawing/2014/main" id="{D2775DA9-AA36-2B46-A647-A78656981246}"/>
              </a:ext>
            </a:extLst>
          </p:cNvPr>
          <p:cNvSpPr txBox="1">
            <a:spLocks/>
          </p:cNvSpPr>
          <p:nvPr/>
        </p:nvSpPr>
        <p:spPr>
          <a:xfrm>
            <a:off x="8544322" y="6054049"/>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02</a:t>
            </a:r>
          </a:p>
        </p:txBody>
      </p:sp>
      <p:sp>
        <p:nvSpPr>
          <p:cNvPr id="15" name="Título 1">
            <a:extLst>
              <a:ext uri="{FF2B5EF4-FFF2-40B4-BE49-F238E27FC236}">
                <a16:creationId xmlns:a16="http://schemas.microsoft.com/office/drawing/2014/main" id="{AC1579C5-4858-4D42-8518-8DA881E7E42D}"/>
              </a:ext>
            </a:extLst>
          </p:cNvPr>
          <p:cNvSpPr txBox="1">
            <a:spLocks/>
          </p:cNvSpPr>
          <p:nvPr/>
        </p:nvSpPr>
        <p:spPr>
          <a:xfrm>
            <a:off x="14305864" y="3277094"/>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04</a:t>
            </a:r>
          </a:p>
        </p:txBody>
      </p:sp>
      <p:sp>
        <p:nvSpPr>
          <p:cNvPr id="16" name="Título 1">
            <a:extLst>
              <a:ext uri="{FF2B5EF4-FFF2-40B4-BE49-F238E27FC236}">
                <a16:creationId xmlns:a16="http://schemas.microsoft.com/office/drawing/2014/main" id="{5AD2299A-27D1-AA45-A043-C0D64B734853}"/>
              </a:ext>
            </a:extLst>
          </p:cNvPr>
          <p:cNvSpPr txBox="1">
            <a:spLocks/>
          </p:cNvSpPr>
          <p:nvPr/>
        </p:nvSpPr>
        <p:spPr>
          <a:xfrm>
            <a:off x="8663657" y="9755002"/>
            <a:ext cx="4165973" cy="461665"/>
          </a:xfrm>
          <a:prstGeom prst="rect">
            <a:avLst/>
          </a:prstGeom>
        </p:spPr>
        <p:txBody>
          <a:bodyPr wrap="square" lIns="0" tIns="0" rIns="0" bIns="0" anchor="t">
            <a:spAutoFit/>
          </a:bodyPr>
          <a:lstStyle>
            <a:lvl1pPr>
              <a:defRPr sz="5000" b="1" i="0">
                <a:solidFill>
                  <a:schemeClr val="tx1"/>
                </a:solidFill>
                <a:latin typeface="Arial"/>
                <a:ea typeface="+mj-ea"/>
                <a:cs typeface="Arial"/>
              </a:defRPr>
            </a:lvl1pPr>
          </a:lstStyle>
          <a:p>
            <a:pPr algn="l"/>
            <a:r>
              <a:rPr lang="es-CL" sz="3000" dirty="0"/>
              <a:t>PRUEBAS UNITARIAS</a:t>
            </a:r>
          </a:p>
        </p:txBody>
      </p:sp>
      <p:sp>
        <p:nvSpPr>
          <p:cNvPr id="18" name="Título 1">
            <a:extLst>
              <a:ext uri="{FF2B5EF4-FFF2-40B4-BE49-F238E27FC236}">
                <a16:creationId xmlns:a16="http://schemas.microsoft.com/office/drawing/2014/main" id="{5FEE1E9F-D6A8-614C-BB95-3AFA463327D0}"/>
              </a:ext>
            </a:extLst>
          </p:cNvPr>
          <p:cNvSpPr txBox="1">
            <a:spLocks/>
          </p:cNvSpPr>
          <p:nvPr/>
        </p:nvSpPr>
        <p:spPr>
          <a:xfrm>
            <a:off x="8663657" y="8755602"/>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03</a:t>
            </a:r>
          </a:p>
        </p:txBody>
      </p:sp>
      <p:sp>
        <p:nvSpPr>
          <p:cNvPr id="21" name="Título 1">
            <a:extLst>
              <a:ext uri="{FF2B5EF4-FFF2-40B4-BE49-F238E27FC236}">
                <a16:creationId xmlns:a16="http://schemas.microsoft.com/office/drawing/2014/main" id="{325E44F9-8B81-FD43-8DCF-00283585DD6D}"/>
              </a:ext>
            </a:extLst>
          </p:cNvPr>
          <p:cNvSpPr txBox="1">
            <a:spLocks/>
          </p:cNvSpPr>
          <p:nvPr/>
        </p:nvSpPr>
        <p:spPr>
          <a:xfrm>
            <a:off x="8581532" y="4348536"/>
            <a:ext cx="4579097" cy="923330"/>
          </a:xfrm>
          <a:prstGeom prst="rect">
            <a:avLst/>
          </a:prstGeom>
        </p:spPr>
        <p:txBody>
          <a:bodyPr wrap="square" lIns="0" tIns="0" rIns="0" bIns="0" anchor="t">
            <a:spAutoFit/>
          </a:bodyPr>
          <a:lstStyle>
            <a:lvl1pPr>
              <a:defRPr sz="5000" b="1" i="0">
                <a:solidFill>
                  <a:schemeClr val="tx1"/>
                </a:solidFill>
                <a:latin typeface="Arial"/>
                <a:ea typeface="+mj-ea"/>
                <a:cs typeface="Arial"/>
              </a:defRPr>
            </a:lvl1pPr>
          </a:lstStyle>
          <a:p>
            <a:pPr algn="l"/>
            <a:r>
              <a:rPr lang="es-CL" sz="3000" dirty="0"/>
              <a:t>REFRESCANDO CONOCIMIENTO</a:t>
            </a:r>
          </a:p>
        </p:txBody>
      </p:sp>
      <p:sp>
        <p:nvSpPr>
          <p:cNvPr id="2" name="Título 1">
            <a:extLst>
              <a:ext uri="{FF2B5EF4-FFF2-40B4-BE49-F238E27FC236}">
                <a16:creationId xmlns:a16="http://schemas.microsoft.com/office/drawing/2014/main" id="{BB682A31-584F-9147-8AFF-74CCB1A31917}"/>
              </a:ext>
            </a:extLst>
          </p:cNvPr>
          <p:cNvSpPr txBox="1">
            <a:spLocks/>
          </p:cNvSpPr>
          <p:nvPr/>
        </p:nvSpPr>
        <p:spPr>
          <a:xfrm>
            <a:off x="14374896" y="6962223"/>
            <a:ext cx="4728882" cy="461665"/>
          </a:xfrm>
          <a:prstGeom prst="rect">
            <a:avLst/>
          </a:prstGeom>
        </p:spPr>
        <p:txBody>
          <a:bodyPr wrap="square" lIns="0" tIns="0" rIns="0" bIns="0" anchor="t">
            <a:spAutoFit/>
          </a:bodyPr>
          <a:lstStyle>
            <a:lvl1pPr>
              <a:defRPr sz="5000" b="1" i="0">
                <a:solidFill>
                  <a:schemeClr val="tx1"/>
                </a:solidFill>
                <a:latin typeface="Arial"/>
                <a:ea typeface="+mj-ea"/>
                <a:cs typeface="Arial"/>
              </a:defRPr>
            </a:lvl1pPr>
          </a:lstStyle>
          <a:p>
            <a:r>
              <a:rPr lang="es-CL" sz="3000" dirty="0"/>
              <a:t>CONCLUSIONES</a:t>
            </a:r>
          </a:p>
        </p:txBody>
      </p:sp>
      <p:sp>
        <p:nvSpPr>
          <p:cNvPr id="4" name="Título 1">
            <a:extLst>
              <a:ext uri="{FF2B5EF4-FFF2-40B4-BE49-F238E27FC236}">
                <a16:creationId xmlns:a16="http://schemas.microsoft.com/office/drawing/2014/main" id="{88EC8736-65D8-E0DD-BC72-525437BE3572}"/>
              </a:ext>
            </a:extLst>
          </p:cNvPr>
          <p:cNvSpPr txBox="1">
            <a:spLocks/>
          </p:cNvSpPr>
          <p:nvPr/>
        </p:nvSpPr>
        <p:spPr>
          <a:xfrm>
            <a:off x="14377853" y="5962823"/>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05</a:t>
            </a:r>
          </a:p>
        </p:txBody>
      </p:sp>
    </p:spTree>
    <p:extLst>
      <p:ext uri="{BB962C8B-B14F-4D97-AF65-F5344CB8AC3E}">
        <p14:creationId xmlns:p14="http://schemas.microsoft.com/office/powerpoint/2010/main" val="3979444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C8F36-2CB9-DF1E-B1E9-297B5ADECDC9}"/>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F12E5DD1-8A4B-F51E-6491-97AACEF5608B}"/>
              </a:ext>
            </a:extLst>
          </p:cNvPr>
          <p:cNvSpPr txBox="1">
            <a:spLocks/>
          </p:cNvSpPr>
          <p:nvPr/>
        </p:nvSpPr>
        <p:spPr>
          <a:xfrm>
            <a:off x="1972535" y="6587789"/>
            <a:ext cx="8305800" cy="2585323"/>
          </a:xfrm>
          <a:prstGeom prst="rect">
            <a:avLst/>
          </a:prstGeom>
        </p:spPr>
        <p:txBody>
          <a:bodyPr wrap="square" lIns="0" tIns="0" rIns="0" bIns="0" anchor="t">
            <a:spAutoFit/>
          </a:bodyPr>
          <a:lstStyle>
            <a:lvl1pPr algn="l">
              <a:defRPr sz="5000" b="1" i="0">
                <a:solidFill>
                  <a:srgbClr val="257CE1"/>
                </a:solidFill>
                <a:latin typeface="Arial"/>
                <a:ea typeface="+mj-ea"/>
                <a:cs typeface="Arial"/>
              </a:defRPr>
            </a:lvl1pPr>
          </a:lstStyle>
          <a:p>
            <a:pPr algn="r"/>
            <a:r>
              <a:rPr lang="es-CL" sz="6000" dirty="0">
                <a:solidFill>
                  <a:schemeClr val="bg1"/>
                </a:solidFill>
              </a:rPr>
              <a:t>REFRESCANDO</a:t>
            </a:r>
            <a:endParaRPr lang="es-CL" sz="6000" b="0">
              <a:solidFill>
                <a:schemeClr val="bg1"/>
              </a:solidFill>
            </a:endParaRPr>
          </a:p>
          <a:p>
            <a:pPr algn="r"/>
            <a:r>
              <a:rPr lang="es-CL" sz="6000" dirty="0">
                <a:solidFill>
                  <a:schemeClr val="bg1"/>
                </a:solidFill>
              </a:rPr>
              <a:t>CONOCIMIENTO</a:t>
            </a:r>
            <a:endParaRPr lang="es-CL" sz="6000" b="0">
              <a:solidFill>
                <a:schemeClr val="bg1"/>
              </a:solidFill>
            </a:endParaRPr>
          </a:p>
          <a:p>
            <a:pPr algn="r"/>
            <a:endParaRPr lang="es-CL" sz="4800" dirty="0"/>
          </a:p>
        </p:txBody>
      </p:sp>
    </p:spTree>
    <p:extLst>
      <p:ext uri="{BB962C8B-B14F-4D97-AF65-F5344CB8AC3E}">
        <p14:creationId xmlns:p14="http://schemas.microsoft.com/office/powerpoint/2010/main" val="2704335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a:xfrm>
            <a:off x="742071" y="829642"/>
            <a:ext cx="16792423" cy="738664"/>
          </a:xfrm>
        </p:spPr>
        <p:txBody>
          <a:bodyPr wrap="square" lIns="0" tIns="0" rIns="0" bIns="0" anchor="t">
            <a:spAutoFit/>
          </a:bodyPr>
          <a:lstStyle/>
          <a:p>
            <a:r>
              <a:rPr lang="es-CL" sz="4800" dirty="0">
                <a:solidFill>
                  <a:srgbClr val="0070C0"/>
                </a:solidFill>
                <a:latin typeface="Arial"/>
                <a:cs typeface="Arial"/>
              </a:rPr>
              <a:t>SELENIUM</a:t>
            </a:r>
            <a:endParaRPr lang="es-CL" dirty="0">
              <a:solidFill>
                <a:srgbClr val="0070C0"/>
              </a:solidFill>
              <a:latin typeface="Arial"/>
              <a:cs typeface="Arial"/>
            </a:endParaRPr>
          </a:p>
        </p:txBody>
      </p:sp>
      <p:sp>
        <p:nvSpPr>
          <p:cNvPr id="3" name="Título 1">
            <a:extLst>
              <a:ext uri="{FF2B5EF4-FFF2-40B4-BE49-F238E27FC236}">
                <a16:creationId xmlns:a16="http://schemas.microsoft.com/office/drawing/2014/main" id="{F1BC4DBF-922E-49F8-DAD3-0F5E38B22D59}"/>
              </a:ext>
            </a:extLst>
          </p:cNvPr>
          <p:cNvSpPr txBox="1">
            <a:spLocks/>
          </p:cNvSpPr>
          <p:nvPr/>
        </p:nvSpPr>
        <p:spPr>
          <a:xfrm>
            <a:off x="2142714" y="2675576"/>
            <a:ext cx="15819323" cy="4431983"/>
          </a:xfrm>
          <a:prstGeom prst="rect">
            <a:avLst/>
          </a:prstGeom>
        </p:spPr>
        <p:txBody>
          <a:bodyPr wrap="square" lIns="0" tIns="0" rIns="0" bIns="0" anchor="t">
            <a:spAutoFit/>
          </a:bodyPr>
          <a:lstStyle>
            <a:lvl1pPr>
              <a:defRPr sz="4800" b="1" i="0">
                <a:solidFill>
                  <a:schemeClr val="tx1"/>
                </a:solidFill>
                <a:latin typeface="Arial"/>
                <a:ea typeface="+mj-ea"/>
                <a:cs typeface="Arial"/>
              </a:defRPr>
            </a:lvl1pPr>
          </a:lstStyle>
          <a:p>
            <a:pPr algn="ctr"/>
            <a:r>
              <a:rPr lang="es-MX" sz="3200" dirty="0"/>
              <a:t>¿Qué es SELENIUM?</a:t>
            </a:r>
          </a:p>
          <a:p>
            <a:pPr algn="l"/>
            <a:endParaRPr lang="es-MX" sz="3200" b="0" dirty="0"/>
          </a:p>
          <a:p>
            <a:pPr algn="just"/>
            <a:r>
              <a:rPr lang="es-ES" sz="3200" b="0" dirty="0"/>
              <a:t>Principalmente, es para </a:t>
            </a:r>
            <a:r>
              <a:rPr lang="es-ES" sz="3200" dirty="0">
                <a:solidFill>
                  <a:srgbClr val="0070C0"/>
                </a:solidFill>
              </a:rPr>
              <a:t>automatizar</a:t>
            </a:r>
            <a:r>
              <a:rPr lang="es-ES" sz="3200" b="0" dirty="0"/>
              <a:t> aplicaciones web con fines de prueba. SELENIUM cuenta con el apoyo de algunos de los proveedores de navegadores más grandes que han tomado (o están tomando) medidas para hacer de Selenium una parte nativa de su aplicación.</a:t>
            </a:r>
          </a:p>
          <a:p>
            <a:pPr algn="l"/>
            <a:endParaRPr lang="es-MX" sz="3200" b="0" dirty="0"/>
          </a:p>
          <a:p>
            <a:pPr algn="just"/>
            <a:endParaRPr lang="es-MX" sz="3200" b="0" dirty="0"/>
          </a:p>
          <a:p>
            <a:pPr algn="just"/>
            <a:endParaRPr lang="es-MX" sz="3200" b="0" dirty="0"/>
          </a:p>
        </p:txBody>
      </p:sp>
      <p:pic>
        <p:nvPicPr>
          <p:cNvPr id="4" name="Picture 2" descr="Resultado de imagen para Selenium logo">
            <a:extLst>
              <a:ext uri="{FF2B5EF4-FFF2-40B4-BE49-F238E27FC236}">
                <a16:creationId xmlns:a16="http://schemas.microsoft.com/office/drawing/2014/main" id="{DFDB2397-DD31-AA77-D21E-0FEDB8CAB9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99450" y="6188075"/>
            <a:ext cx="3809368" cy="3447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150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a:xfrm>
            <a:off x="2699238" y="788782"/>
            <a:ext cx="16988263" cy="738664"/>
          </a:xfrm>
        </p:spPr>
        <p:txBody>
          <a:bodyPr wrap="square" lIns="0" tIns="0" rIns="0" bIns="0" anchor="t">
            <a:spAutoFit/>
          </a:bodyPr>
          <a:lstStyle/>
          <a:p>
            <a:r>
              <a:rPr lang="es-CL" sz="4800" dirty="0">
                <a:solidFill>
                  <a:srgbClr val="0070C0"/>
                </a:solidFill>
              </a:rPr>
              <a:t>SUITE SELENIUM</a:t>
            </a:r>
          </a:p>
        </p:txBody>
      </p:sp>
      <p:sp>
        <p:nvSpPr>
          <p:cNvPr id="3" name="Título 1">
            <a:extLst>
              <a:ext uri="{FF2B5EF4-FFF2-40B4-BE49-F238E27FC236}">
                <a16:creationId xmlns:a16="http://schemas.microsoft.com/office/drawing/2014/main" id="{E6CF78EF-6E6E-D5DF-3D7B-2D5C1BA62B53}"/>
              </a:ext>
            </a:extLst>
          </p:cNvPr>
          <p:cNvSpPr txBox="1">
            <a:spLocks/>
          </p:cNvSpPr>
          <p:nvPr/>
        </p:nvSpPr>
        <p:spPr>
          <a:xfrm>
            <a:off x="1013937" y="2408500"/>
            <a:ext cx="18135600" cy="984885"/>
          </a:xfrm>
          <a:prstGeom prst="rect">
            <a:avLst/>
          </a:prstGeom>
        </p:spPr>
        <p:txBody>
          <a:bodyPr wrap="square" lIns="0" tIns="0" rIns="0" bIns="0" anchor="t">
            <a:spAutoFit/>
          </a:bodyPr>
          <a:lstStyle>
            <a:lvl1pPr>
              <a:defRPr sz="4800" b="1" i="0">
                <a:solidFill>
                  <a:schemeClr val="tx1"/>
                </a:solidFill>
                <a:latin typeface="Arial"/>
                <a:ea typeface="+mj-ea"/>
                <a:cs typeface="Arial"/>
              </a:defRPr>
            </a:lvl1pPr>
          </a:lstStyle>
          <a:p>
            <a:pPr algn="just"/>
            <a:r>
              <a:rPr lang="es-ES" sz="3200" b="0" dirty="0"/>
              <a:t>Las principales </a:t>
            </a:r>
            <a:r>
              <a:rPr lang="es-ES" sz="3200" dirty="0">
                <a:solidFill>
                  <a:srgbClr val="0070C0"/>
                </a:solidFill>
              </a:rPr>
              <a:t>características</a:t>
            </a:r>
            <a:r>
              <a:rPr lang="es-ES" sz="3200" b="0" dirty="0"/>
              <a:t> de SELENIUM son:</a:t>
            </a:r>
            <a:r>
              <a:rPr lang="es-MX" sz="3200" b="0" dirty="0"/>
              <a:t> </a:t>
            </a:r>
          </a:p>
          <a:p>
            <a:pPr algn="just"/>
            <a:endParaRPr lang="es-MX" sz="3200" b="0" dirty="0"/>
          </a:p>
        </p:txBody>
      </p:sp>
      <p:graphicFrame>
        <p:nvGraphicFramePr>
          <p:cNvPr id="4" name="Diagrama 3">
            <a:extLst>
              <a:ext uri="{FF2B5EF4-FFF2-40B4-BE49-F238E27FC236}">
                <a16:creationId xmlns:a16="http://schemas.microsoft.com/office/drawing/2014/main" id="{A69A2064-F795-40EB-BB0F-B934084E84EB}"/>
              </a:ext>
            </a:extLst>
          </p:cNvPr>
          <p:cNvGraphicFramePr/>
          <p:nvPr/>
        </p:nvGraphicFramePr>
        <p:xfrm>
          <a:off x="6394450" y="3680761"/>
          <a:ext cx="11273687" cy="68398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2" descr="Resultado de imagen para Selenium logo">
            <a:extLst>
              <a:ext uri="{FF2B5EF4-FFF2-40B4-BE49-F238E27FC236}">
                <a16:creationId xmlns:a16="http://schemas.microsoft.com/office/drawing/2014/main" id="{1D9FAFBE-12E2-D3B6-70F6-70493E1EBB9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3450" y="5273675"/>
            <a:ext cx="3783838" cy="34243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9534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8B7ACE31-74A9-95B3-1599-372FB822D0E6}"/>
              </a:ext>
            </a:extLst>
          </p:cNvPr>
          <p:cNvSpPr txBox="1">
            <a:spLocks/>
          </p:cNvSpPr>
          <p:nvPr/>
        </p:nvSpPr>
        <p:spPr>
          <a:xfrm>
            <a:off x="648860" y="6660443"/>
            <a:ext cx="9753600" cy="1661993"/>
          </a:xfrm>
          <a:prstGeom prst="rect">
            <a:avLst/>
          </a:prstGeom>
        </p:spPr>
        <p:txBody>
          <a:bodyPr wrap="square" lIns="0" tIns="0" rIns="0" bIns="0" anchor="t">
            <a:spAutoFit/>
          </a:bodyPr>
          <a:lstStyle>
            <a:lvl1pPr algn="l">
              <a:defRPr sz="5000" b="1" i="0">
                <a:solidFill>
                  <a:srgbClr val="257CE1"/>
                </a:solidFill>
                <a:latin typeface="Arial"/>
                <a:ea typeface="+mj-ea"/>
                <a:cs typeface="Arial"/>
              </a:defRPr>
            </a:lvl1pPr>
          </a:lstStyle>
          <a:p>
            <a:pPr algn="r"/>
            <a:r>
              <a:rPr lang="es-CL" sz="5400" dirty="0">
                <a:solidFill>
                  <a:schemeClr val="bg1"/>
                </a:solidFill>
              </a:rPr>
              <a:t>PRUEBAS DE INSPECCIÓN DE CÓDIGO</a:t>
            </a:r>
          </a:p>
        </p:txBody>
      </p:sp>
    </p:spTree>
    <p:extLst>
      <p:ext uri="{BB962C8B-B14F-4D97-AF65-F5344CB8AC3E}">
        <p14:creationId xmlns:p14="http://schemas.microsoft.com/office/powerpoint/2010/main" val="2257653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a:xfrm>
            <a:off x="2645539" y="760368"/>
            <a:ext cx="16988263" cy="738664"/>
          </a:xfrm>
        </p:spPr>
        <p:txBody>
          <a:bodyPr wrap="square" lIns="0" tIns="0" rIns="0" bIns="0" anchor="t">
            <a:spAutoFit/>
          </a:bodyPr>
          <a:lstStyle/>
          <a:p>
            <a:r>
              <a:rPr lang="es-ES" sz="4800" dirty="0">
                <a:solidFill>
                  <a:srgbClr val="257CE1"/>
                </a:solidFill>
              </a:rPr>
              <a:t>PRUEBAS DE INSPECCIÓN DE CÓDIGO</a:t>
            </a:r>
            <a:endParaRPr lang="es-ES" sz="4800">
              <a:solidFill>
                <a:srgbClr val="257CE1"/>
              </a:solidFill>
            </a:endParaRPr>
          </a:p>
        </p:txBody>
      </p:sp>
      <p:sp>
        <p:nvSpPr>
          <p:cNvPr id="3" name="Título 1">
            <a:extLst>
              <a:ext uri="{FF2B5EF4-FFF2-40B4-BE49-F238E27FC236}">
                <a16:creationId xmlns:a16="http://schemas.microsoft.com/office/drawing/2014/main" id="{052FBD23-F91F-13EF-5811-E0CBB6883C5D}"/>
              </a:ext>
            </a:extLst>
          </p:cNvPr>
          <p:cNvSpPr txBox="1">
            <a:spLocks/>
          </p:cNvSpPr>
          <p:nvPr/>
        </p:nvSpPr>
        <p:spPr>
          <a:xfrm>
            <a:off x="1853755" y="2698583"/>
            <a:ext cx="16382056" cy="5416868"/>
          </a:xfrm>
          <a:prstGeom prst="rect">
            <a:avLst/>
          </a:prstGeom>
        </p:spPr>
        <p:txBody>
          <a:bodyPr wrap="square" lIns="0" tIns="0" rIns="0" bIns="0">
            <a:spAutoFit/>
          </a:bodyPr>
          <a:lstStyle>
            <a:lvl1pPr>
              <a:defRPr sz="4800" b="1" i="0">
                <a:solidFill>
                  <a:schemeClr val="tx1"/>
                </a:solidFill>
                <a:latin typeface="Arial"/>
                <a:ea typeface="+mj-ea"/>
                <a:cs typeface="Arial"/>
              </a:defRPr>
            </a:lvl1pPr>
          </a:lstStyle>
          <a:p>
            <a:pPr algn="just"/>
            <a:r>
              <a:rPr lang="es-MX" sz="3200" dirty="0">
                <a:solidFill>
                  <a:srgbClr val="0070C0"/>
                </a:solidFill>
              </a:rPr>
              <a:t>Recordemos:</a:t>
            </a:r>
          </a:p>
          <a:p>
            <a:pPr algn="just"/>
            <a:endParaRPr lang="es-MX" sz="3200" b="0" dirty="0"/>
          </a:p>
          <a:p>
            <a:pPr algn="just"/>
            <a:r>
              <a:rPr lang="es-MX" sz="3200" b="0" dirty="0"/>
              <a:t>Las pruebas de inspección de código son un proceso de </a:t>
            </a:r>
            <a:r>
              <a:rPr lang="es-MX" sz="3200" dirty="0">
                <a:solidFill>
                  <a:srgbClr val="0070C0"/>
                </a:solidFill>
              </a:rPr>
              <a:t>revisión sistemática y exhaustiva </a:t>
            </a:r>
            <a:r>
              <a:rPr lang="es-MX" sz="3200" b="0" dirty="0"/>
              <a:t>del código fuente de un programa para identificar errores, vulnerabilidades, malas prácticas y oportunidades de mejora. </a:t>
            </a:r>
          </a:p>
          <a:p>
            <a:pPr algn="just"/>
            <a:endParaRPr lang="es-MX" sz="3200" b="0" dirty="0"/>
          </a:p>
          <a:p>
            <a:pPr algn="just"/>
            <a:r>
              <a:rPr lang="es-MX" sz="3200" b="0" dirty="0"/>
              <a:t>Estas pruebas se basan en el </a:t>
            </a:r>
            <a:r>
              <a:rPr lang="es-MX" sz="3200" dirty="0">
                <a:solidFill>
                  <a:srgbClr val="0070C0"/>
                </a:solidFill>
              </a:rPr>
              <a:t>análisis estático del código</a:t>
            </a:r>
            <a:r>
              <a:rPr lang="es-MX" sz="3200" b="0" dirty="0"/>
              <a:t>, lo que significa que se examina el código </a:t>
            </a:r>
            <a:r>
              <a:rPr lang="es-MX" sz="3200" dirty="0">
                <a:solidFill>
                  <a:srgbClr val="0070C0"/>
                </a:solidFill>
              </a:rPr>
              <a:t>sin ejecutarlo</a:t>
            </a:r>
            <a:r>
              <a:rPr lang="es-MX" sz="3200" b="0" dirty="0"/>
              <a:t>. </a:t>
            </a:r>
          </a:p>
          <a:p>
            <a:pPr algn="just"/>
            <a:endParaRPr lang="es-MX" sz="3200" b="0" dirty="0"/>
          </a:p>
          <a:p>
            <a:pPr algn="just"/>
            <a:r>
              <a:rPr lang="es-MX" sz="3200" b="0" dirty="0"/>
              <a:t>El objetivo principal de las pruebas de inspección de código es garantizar la </a:t>
            </a:r>
            <a:r>
              <a:rPr lang="es-MX" sz="3200" dirty="0">
                <a:solidFill>
                  <a:srgbClr val="0070C0"/>
                </a:solidFill>
              </a:rPr>
              <a:t>calidad y la robustez </a:t>
            </a:r>
            <a:r>
              <a:rPr lang="es-MX" sz="3200" b="0" dirty="0"/>
              <a:t>del software.</a:t>
            </a:r>
          </a:p>
        </p:txBody>
      </p:sp>
    </p:spTree>
    <p:extLst>
      <p:ext uri="{BB962C8B-B14F-4D97-AF65-F5344CB8AC3E}">
        <p14:creationId xmlns:p14="http://schemas.microsoft.com/office/powerpoint/2010/main" val="2516443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a:xfrm>
            <a:off x="2615041" y="836658"/>
            <a:ext cx="16988263" cy="738664"/>
          </a:xfrm>
        </p:spPr>
        <p:txBody>
          <a:bodyPr wrap="square" lIns="0" tIns="0" rIns="0" bIns="0" anchor="t">
            <a:spAutoFit/>
          </a:bodyPr>
          <a:lstStyle/>
          <a:p>
            <a:r>
              <a:rPr lang="es-MX" sz="4800" dirty="0">
                <a:solidFill>
                  <a:srgbClr val="257CE1"/>
                </a:solidFill>
              </a:rPr>
              <a:t>INTRODUCCIÓN A LAS PRUEBAS DE CÓDIGO</a:t>
            </a:r>
          </a:p>
        </p:txBody>
      </p:sp>
      <p:sp>
        <p:nvSpPr>
          <p:cNvPr id="3" name="Título 1">
            <a:extLst>
              <a:ext uri="{FF2B5EF4-FFF2-40B4-BE49-F238E27FC236}">
                <a16:creationId xmlns:a16="http://schemas.microsoft.com/office/drawing/2014/main" id="{052FBD23-F91F-13EF-5811-E0CBB6883C5D}"/>
              </a:ext>
            </a:extLst>
          </p:cNvPr>
          <p:cNvSpPr txBox="1">
            <a:spLocks/>
          </p:cNvSpPr>
          <p:nvPr/>
        </p:nvSpPr>
        <p:spPr>
          <a:xfrm>
            <a:off x="1914452" y="2881679"/>
            <a:ext cx="16275282" cy="5416868"/>
          </a:xfrm>
          <a:prstGeom prst="rect">
            <a:avLst/>
          </a:prstGeom>
        </p:spPr>
        <p:txBody>
          <a:bodyPr wrap="square" lIns="0" tIns="0" rIns="0" bIns="0" anchor="t">
            <a:spAutoFit/>
          </a:bodyPr>
          <a:lstStyle>
            <a:lvl1pPr>
              <a:defRPr sz="4800" b="1" i="0">
                <a:solidFill>
                  <a:schemeClr val="tx1"/>
                </a:solidFill>
                <a:latin typeface="Arial"/>
                <a:ea typeface="+mj-ea"/>
                <a:cs typeface="Arial"/>
              </a:defRPr>
            </a:lvl1pPr>
          </a:lstStyle>
          <a:p>
            <a:pPr algn="just"/>
            <a:r>
              <a:rPr lang="es-MX" sz="3200" b="0" dirty="0"/>
              <a:t>Existen fundamentalmente </a:t>
            </a:r>
            <a:r>
              <a:rPr lang="es-MX" sz="3200" dirty="0">
                <a:solidFill>
                  <a:srgbClr val="257CE1"/>
                </a:solidFill>
              </a:rPr>
              <a:t>dos criterios</a:t>
            </a:r>
            <a:r>
              <a:rPr lang="es-MX" sz="3200" b="0" dirty="0"/>
              <a:t> de salidas:</a:t>
            </a:r>
            <a:endParaRPr lang="es-ES" dirty="0"/>
          </a:p>
          <a:p>
            <a:pPr algn="just"/>
            <a:endParaRPr lang="es-MX" sz="3200" b="0" dirty="0"/>
          </a:p>
          <a:p>
            <a:pPr algn="just"/>
            <a:r>
              <a:rPr lang="es-MX" sz="3200" b="0" dirty="0"/>
              <a:t>El primero de ellos consiste en </a:t>
            </a:r>
            <a:r>
              <a:rPr lang="es-MX" sz="3200" dirty="0">
                <a:solidFill>
                  <a:srgbClr val="0070C0"/>
                </a:solidFill>
              </a:rPr>
              <a:t>aprobar el producto</a:t>
            </a:r>
            <a:r>
              <a:rPr lang="es-MX" sz="3200" b="0" dirty="0"/>
              <a:t>, aunque se hayan detectado anomalías. </a:t>
            </a:r>
          </a:p>
          <a:p>
            <a:pPr algn="just"/>
            <a:endParaRPr lang="es-MX" sz="3200" b="0" dirty="0"/>
          </a:p>
          <a:p>
            <a:pPr algn="just"/>
            <a:r>
              <a:rPr lang="es-MX" sz="3200" b="0" dirty="0"/>
              <a:t>El autor debe encargarse de realizar las modificaciones necesarias y posteriormente el moderador debe verificar que efectivamente se hayan realizado las correcciones y no se hayan introducido nuevos errores. </a:t>
            </a:r>
          </a:p>
          <a:p>
            <a:pPr algn="just"/>
            <a:endParaRPr lang="es-MX" sz="3200" b="0" dirty="0"/>
          </a:p>
          <a:p>
            <a:pPr algn="just"/>
            <a:r>
              <a:rPr lang="es-MX" sz="3200" b="0" dirty="0"/>
              <a:t>En general, se recomienda utilizar esta estrategia cuando la cantidad de anomalías sea mínima. </a:t>
            </a:r>
          </a:p>
        </p:txBody>
      </p:sp>
    </p:spTree>
    <p:extLst>
      <p:ext uri="{BB962C8B-B14F-4D97-AF65-F5344CB8AC3E}">
        <p14:creationId xmlns:p14="http://schemas.microsoft.com/office/powerpoint/2010/main" val="3074198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a:xfrm>
            <a:off x="2645539" y="836658"/>
            <a:ext cx="16988263" cy="738664"/>
          </a:xfrm>
        </p:spPr>
        <p:txBody>
          <a:bodyPr wrap="square" lIns="0" tIns="0" rIns="0" bIns="0" anchor="t">
            <a:spAutoFit/>
          </a:bodyPr>
          <a:lstStyle/>
          <a:p>
            <a:r>
              <a:rPr lang="es-MX" sz="4800" dirty="0">
                <a:solidFill>
                  <a:srgbClr val="257CE1"/>
                </a:solidFill>
              </a:rPr>
              <a:t>INTRODUCCIÓN A LAS PRUEBAS DE CÓDIGO</a:t>
            </a:r>
          </a:p>
        </p:txBody>
      </p:sp>
      <p:sp>
        <p:nvSpPr>
          <p:cNvPr id="3" name="Título 1">
            <a:extLst>
              <a:ext uri="{FF2B5EF4-FFF2-40B4-BE49-F238E27FC236}">
                <a16:creationId xmlns:a16="http://schemas.microsoft.com/office/drawing/2014/main" id="{052FBD23-F91F-13EF-5811-E0CBB6883C5D}"/>
              </a:ext>
            </a:extLst>
          </p:cNvPr>
          <p:cNvSpPr txBox="1">
            <a:spLocks/>
          </p:cNvSpPr>
          <p:nvPr/>
        </p:nvSpPr>
        <p:spPr>
          <a:xfrm>
            <a:off x="1685714" y="3141065"/>
            <a:ext cx="16626112" cy="3939540"/>
          </a:xfrm>
          <a:prstGeom prst="rect">
            <a:avLst/>
          </a:prstGeom>
        </p:spPr>
        <p:txBody>
          <a:bodyPr wrap="square" lIns="0" tIns="0" rIns="0" bIns="0">
            <a:spAutoFit/>
          </a:bodyPr>
          <a:lstStyle>
            <a:lvl1pPr>
              <a:defRPr sz="4800" b="1" i="0">
                <a:solidFill>
                  <a:schemeClr val="tx1"/>
                </a:solidFill>
                <a:latin typeface="Arial"/>
                <a:ea typeface="+mj-ea"/>
                <a:cs typeface="Arial"/>
              </a:defRPr>
            </a:lvl1pPr>
          </a:lstStyle>
          <a:p>
            <a:pPr algn="just"/>
            <a:r>
              <a:rPr lang="es-MX" sz="3200" b="0" dirty="0"/>
              <a:t>El segundo consiste en </a:t>
            </a:r>
            <a:r>
              <a:rPr lang="es-MX" sz="3200" dirty="0">
                <a:solidFill>
                  <a:srgbClr val="0070C0"/>
                </a:solidFill>
              </a:rPr>
              <a:t>no aprobar el producto</a:t>
            </a:r>
            <a:r>
              <a:rPr lang="es-MX" sz="3200" b="0" dirty="0"/>
              <a:t>. </a:t>
            </a:r>
          </a:p>
          <a:p>
            <a:pPr algn="just"/>
            <a:endParaRPr lang="es-MX" sz="3200" b="0" dirty="0"/>
          </a:p>
          <a:p>
            <a:pPr algn="just"/>
            <a:r>
              <a:rPr lang="es-MX" sz="3200" b="0" dirty="0"/>
              <a:t>En este caso el autor debe encargarse de realizar las modificaciones necesarias y posteriormente debe realizarse otra inspección del producto corregido. </a:t>
            </a:r>
          </a:p>
          <a:p>
            <a:pPr algn="just"/>
            <a:endParaRPr lang="es-MX" sz="3200" b="0" dirty="0"/>
          </a:p>
          <a:p>
            <a:pPr algn="just"/>
            <a:r>
              <a:rPr lang="es-MX" sz="3200" b="0" dirty="0"/>
              <a:t>Como mínimo la inspección debe revisar las áreas del producto modificadas para corregir anomalías identificadas en la inspección anterior, así como efectos secundarios debido a los cambios introducidos.</a:t>
            </a:r>
          </a:p>
        </p:txBody>
      </p:sp>
    </p:spTree>
    <p:extLst>
      <p:ext uri="{BB962C8B-B14F-4D97-AF65-F5344CB8AC3E}">
        <p14:creationId xmlns:p14="http://schemas.microsoft.com/office/powerpoint/2010/main" val="3187700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a:xfrm>
            <a:off x="2645539" y="851916"/>
            <a:ext cx="16988263" cy="738664"/>
          </a:xfrm>
        </p:spPr>
        <p:txBody>
          <a:bodyPr wrap="square" lIns="0" tIns="0" rIns="0" bIns="0" anchor="t">
            <a:spAutoFit/>
          </a:bodyPr>
          <a:lstStyle/>
          <a:p>
            <a:r>
              <a:rPr lang="es-MX" sz="4800" dirty="0">
                <a:solidFill>
                  <a:srgbClr val="257CE1"/>
                </a:solidFill>
              </a:rPr>
              <a:t>INTRODUCCIÓN A LAS PRUEBAS DE CÓDIGO</a:t>
            </a:r>
          </a:p>
        </p:txBody>
      </p:sp>
      <p:sp>
        <p:nvSpPr>
          <p:cNvPr id="3" name="Título 1">
            <a:extLst>
              <a:ext uri="{FF2B5EF4-FFF2-40B4-BE49-F238E27FC236}">
                <a16:creationId xmlns:a16="http://schemas.microsoft.com/office/drawing/2014/main" id="{052FBD23-F91F-13EF-5811-E0CBB6883C5D}"/>
              </a:ext>
            </a:extLst>
          </p:cNvPr>
          <p:cNvSpPr txBox="1">
            <a:spLocks/>
          </p:cNvSpPr>
          <p:nvPr/>
        </p:nvSpPr>
        <p:spPr>
          <a:xfrm>
            <a:off x="3271631" y="5338216"/>
            <a:ext cx="8312960" cy="1846659"/>
          </a:xfrm>
          <a:prstGeom prst="rect">
            <a:avLst/>
          </a:prstGeom>
        </p:spPr>
        <p:txBody>
          <a:bodyPr wrap="square" lIns="0" tIns="0" rIns="0" bIns="0" anchor="t">
            <a:spAutoFit/>
          </a:bodyPr>
          <a:lstStyle>
            <a:lvl1pPr>
              <a:defRPr sz="4800" b="1" i="0">
                <a:solidFill>
                  <a:schemeClr val="tx1"/>
                </a:solidFill>
                <a:latin typeface="Arial"/>
                <a:ea typeface="+mj-ea"/>
                <a:cs typeface="Arial"/>
              </a:defRPr>
            </a:lvl1pPr>
          </a:lstStyle>
          <a:p>
            <a:pPr algn="ctr"/>
            <a:r>
              <a:rPr lang="es-MX" sz="4000" dirty="0">
                <a:solidFill>
                  <a:srgbClr val="0070C0"/>
                </a:solidFill>
              </a:rPr>
              <a:t>¿Recuerdas qué justifica este tipo de pruebas y cuáles son sus beneficios?</a:t>
            </a:r>
          </a:p>
        </p:txBody>
      </p:sp>
      <p:pic>
        <p:nvPicPr>
          <p:cNvPr id="4" name="Picture 6" descr="Icono de hombre persona pensando Vector Premium | Free Vector #Freepik  #vector #freeetiqueta #freeabstrac… | Personas pensando, Personas  caricaturas, Pensando en ti">
            <a:extLst>
              <a:ext uri="{FF2B5EF4-FFF2-40B4-BE49-F238E27FC236}">
                <a16:creationId xmlns:a16="http://schemas.microsoft.com/office/drawing/2014/main" id="{4BFB8BA8-A075-E5CF-6A0D-5977A1C66A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32810" y="4221503"/>
            <a:ext cx="3733800"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3402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a:xfrm>
            <a:off x="2737034" y="851916"/>
            <a:ext cx="16988263" cy="738664"/>
          </a:xfrm>
        </p:spPr>
        <p:txBody>
          <a:bodyPr wrap="square" lIns="0" tIns="0" rIns="0" bIns="0" anchor="t">
            <a:spAutoFit/>
          </a:bodyPr>
          <a:lstStyle/>
          <a:p>
            <a:r>
              <a:rPr lang="es-MX" sz="4800" dirty="0">
                <a:solidFill>
                  <a:srgbClr val="257CE1"/>
                </a:solidFill>
              </a:rPr>
              <a:t>INTRODUCCIÓN A LAS PRUEBAS DE CÓDIGO</a:t>
            </a:r>
          </a:p>
        </p:txBody>
      </p:sp>
      <p:sp>
        <p:nvSpPr>
          <p:cNvPr id="3" name="Título 1">
            <a:extLst>
              <a:ext uri="{FF2B5EF4-FFF2-40B4-BE49-F238E27FC236}">
                <a16:creationId xmlns:a16="http://schemas.microsoft.com/office/drawing/2014/main" id="{052FBD23-F91F-13EF-5811-E0CBB6883C5D}"/>
              </a:ext>
            </a:extLst>
          </p:cNvPr>
          <p:cNvSpPr txBox="1">
            <a:spLocks/>
          </p:cNvSpPr>
          <p:nvPr/>
        </p:nvSpPr>
        <p:spPr>
          <a:xfrm>
            <a:off x="984250" y="2378165"/>
            <a:ext cx="17449800" cy="1477328"/>
          </a:xfrm>
          <a:prstGeom prst="rect">
            <a:avLst/>
          </a:prstGeom>
        </p:spPr>
        <p:txBody>
          <a:bodyPr wrap="square" lIns="0" tIns="0" rIns="0" bIns="0">
            <a:spAutoFit/>
          </a:bodyPr>
          <a:lstStyle>
            <a:lvl1pPr>
              <a:defRPr sz="4800" b="1" i="0">
                <a:solidFill>
                  <a:schemeClr val="tx1"/>
                </a:solidFill>
                <a:latin typeface="Arial"/>
                <a:ea typeface="+mj-ea"/>
                <a:cs typeface="Arial"/>
              </a:defRPr>
            </a:lvl1pPr>
          </a:lstStyle>
          <a:p>
            <a:pPr algn="just"/>
            <a:r>
              <a:rPr lang="es-MX" sz="3200" b="0" dirty="0"/>
              <a:t>Como revisamos en otras asignaturas, existen diferentes herramientas que nos permiten hacer Inspección de Código. Nosotros utilizaremos SonarQube.</a:t>
            </a:r>
          </a:p>
          <a:p>
            <a:pPr algn="just"/>
            <a:endParaRPr lang="es-MX" sz="3200" b="0" dirty="0"/>
          </a:p>
        </p:txBody>
      </p:sp>
      <p:pic>
        <p:nvPicPr>
          <p:cNvPr id="4" name="Imagen 3">
            <a:extLst>
              <a:ext uri="{FF2B5EF4-FFF2-40B4-BE49-F238E27FC236}">
                <a16:creationId xmlns:a16="http://schemas.microsoft.com/office/drawing/2014/main" id="{A062A3BB-DFED-93AD-0F36-A6FD372058D5}"/>
              </a:ext>
            </a:extLst>
          </p:cNvPr>
          <p:cNvPicPr>
            <a:picLocks noChangeAspect="1"/>
          </p:cNvPicPr>
          <p:nvPr/>
        </p:nvPicPr>
        <p:blipFill>
          <a:blip r:embed="rId2"/>
          <a:stretch>
            <a:fillRect/>
          </a:stretch>
        </p:blipFill>
        <p:spPr>
          <a:xfrm>
            <a:off x="6959098" y="4084363"/>
            <a:ext cx="5500103" cy="1934710"/>
          </a:xfrm>
          <a:prstGeom prst="rect">
            <a:avLst/>
          </a:prstGeom>
        </p:spPr>
      </p:pic>
      <p:sp>
        <p:nvSpPr>
          <p:cNvPr id="5" name="Título 1">
            <a:extLst>
              <a:ext uri="{FF2B5EF4-FFF2-40B4-BE49-F238E27FC236}">
                <a16:creationId xmlns:a16="http://schemas.microsoft.com/office/drawing/2014/main" id="{99C002E0-39DA-86FD-40EC-67310EC6D47C}"/>
              </a:ext>
            </a:extLst>
          </p:cNvPr>
          <p:cNvSpPr txBox="1">
            <a:spLocks/>
          </p:cNvSpPr>
          <p:nvPr/>
        </p:nvSpPr>
        <p:spPr>
          <a:xfrm>
            <a:off x="984249" y="6769946"/>
            <a:ext cx="17449800" cy="2954655"/>
          </a:xfrm>
          <a:prstGeom prst="rect">
            <a:avLst/>
          </a:prstGeom>
        </p:spPr>
        <p:txBody>
          <a:bodyPr wrap="square" lIns="0" tIns="0" rIns="0" bIns="0" anchor="t">
            <a:spAutoFit/>
          </a:bodyPr>
          <a:lstStyle>
            <a:lvl1pPr>
              <a:defRPr sz="4800" b="1" i="0">
                <a:solidFill>
                  <a:schemeClr val="tx1"/>
                </a:solidFill>
                <a:latin typeface="Arial"/>
                <a:ea typeface="+mj-ea"/>
                <a:cs typeface="Arial"/>
              </a:defRPr>
            </a:lvl1pPr>
          </a:lstStyle>
          <a:p>
            <a:pPr algn="just"/>
            <a:r>
              <a:rPr lang="es-MX" sz="3200" dirty="0">
                <a:solidFill>
                  <a:srgbClr val="257CE1"/>
                </a:solidFill>
              </a:rPr>
              <a:t>SonarQube:</a:t>
            </a:r>
            <a:r>
              <a:rPr lang="es-MX" sz="3200" dirty="0"/>
              <a:t> </a:t>
            </a:r>
            <a:r>
              <a:rPr lang="es-MX" sz="3200" b="0" dirty="0"/>
              <a:t>Es una plataforma de análisis estático de código abierto que proporciona métricas de calidad del código, detección de duplicados, revisiones de seguridad y más. Permite realizar un análisis profundo del código y generar informes detallados.</a:t>
            </a:r>
          </a:p>
          <a:p>
            <a:pPr algn="just"/>
            <a:endParaRPr lang="es-MX" sz="3200" b="0" dirty="0"/>
          </a:p>
          <a:p>
            <a:pPr algn="ctr"/>
            <a:r>
              <a:rPr lang="es-MX" sz="3200" b="0" dirty="0">
                <a:hlinkClick r:id="rId3"/>
              </a:rPr>
              <a:t>https://docs.sonarsource.com/</a:t>
            </a:r>
            <a:endParaRPr lang="es-MX" sz="3200" b="0" dirty="0"/>
          </a:p>
          <a:p>
            <a:pPr algn="just"/>
            <a:endParaRPr lang="es-MX" sz="3200" b="0" dirty="0"/>
          </a:p>
        </p:txBody>
      </p:sp>
    </p:spTree>
    <p:extLst>
      <p:ext uri="{BB962C8B-B14F-4D97-AF65-F5344CB8AC3E}">
        <p14:creationId xmlns:p14="http://schemas.microsoft.com/office/powerpoint/2010/main" val="4062419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a:xfrm>
            <a:off x="2538794" y="836658"/>
            <a:ext cx="16988263" cy="738664"/>
          </a:xfrm>
        </p:spPr>
        <p:txBody>
          <a:bodyPr wrap="square" lIns="0" tIns="0" rIns="0" bIns="0" anchor="t">
            <a:spAutoFit/>
          </a:bodyPr>
          <a:lstStyle/>
          <a:p>
            <a:r>
              <a:rPr lang="es-MX" sz="4800" dirty="0">
                <a:solidFill>
                  <a:srgbClr val="257CE1"/>
                </a:solidFill>
              </a:rPr>
              <a:t>INTRODUCCIÓN A LAS PRUEBAS DE CÓDIGO</a:t>
            </a:r>
          </a:p>
        </p:txBody>
      </p:sp>
      <p:sp>
        <p:nvSpPr>
          <p:cNvPr id="3" name="Título 1">
            <a:extLst>
              <a:ext uri="{FF2B5EF4-FFF2-40B4-BE49-F238E27FC236}">
                <a16:creationId xmlns:a16="http://schemas.microsoft.com/office/drawing/2014/main" id="{052FBD23-F91F-13EF-5811-E0CBB6883C5D}"/>
              </a:ext>
            </a:extLst>
          </p:cNvPr>
          <p:cNvSpPr txBox="1">
            <a:spLocks/>
          </p:cNvSpPr>
          <p:nvPr/>
        </p:nvSpPr>
        <p:spPr>
          <a:xfrm>
            <a:off x="1212988" y="2454455"/>
            <a:ext cx="17449800" cy="7386638"/>
          </a:xfrm>
          <a:prstGeom prst="rect">
            <a:avLst/>
          </a:prstGeom>
        </p:spPr>
        <p:txBody>
          <a:bodyPr wrap="square" lIns="0" tIns="0" rIns="0" bIns="0">
            <a:spAutoFit/>
          </a:bodyPr>
          <a:lstStyle>
            <a:lvl1pPr>
              <a:defRPr sz="4800" b="1" i="0">
                <a:solidFill>
                  <a:schemeClr val="tx1"/>
                </a:solidFill>
                <a:latin typeface="Arial"/>
                <a:ea typeface="+mj-ea"/>
                <a:cs typeface="Arial"/>
              </a:defRPr>
            </a:lvl1pPr>
          </a:lstStyle>
          <a:p>
            <a:pPr algn="just"/>
            <a:r>
              <a:rPr lang="es-MX" sz="3200" b="0" dirty="0"/>
              <a:t>Para la instalación de la herramienta y creación de nuestro primer proyecto, nos apoyaremos en el documento </a:t>
            </a:r>
            <a:r>
              <a:rPr lang="es-MX" sz="3200" dirty="0">
                <a:solidFill>
                  <a:srgbClr val="0070C0"/>
                </a:solidFill>
              </a:rPr>
              <a:t>2.2.2 Instalación SonarQube</a:t>
            </a:r>
            <a:r>
              <a:rPr lang="es-MX" sz="3200" b="0" dirty="0"/>
              <a:t>.</a:t>
            </a:r>
          </a:p>
          <a:p>
            <a:pPr algn="just"/>
            <a:endParaRPr lang="es-MX" sz="3200" b="0" dirty="0"/>
          </a:p>
          <a:p>
            <a:pPr algn="just"/>
            <a:endParaRPr lang="es-MX" sz="3200" b="0" dirty="0"/>
          </a:p>
          <a:p>
            <a:pPr algn="just"/>
            <a:endParaRPr lang="es-MX" sz="3200" b="0" dirty="0"/>
          </a:p>
          <a:p>
            <a:pPr algn="just"/>
            <a:endParaRPr lang="es-MX" sz="3200" b="0" dirty="0"/>
          </a:p>
          <a:p>
            <a:pPr algn="just"/>
            <a:endParaRPr lang="es-MX" sz="3200" b="0" dirty="0"/>
          </a:p>
          <a:p>
            <a:pPr algn="just"/>
            <a:endParaRPr lang="es-MX" sz="3200" b="0" dirty="0">
              <a:solidFill>
                <a:srgbClr val="0070C0"/>
              </a:solidFill>
            </a:endParaRPr>
          </a:p>
          <a:p>
            <a:pPr algn="just"/>
            <a:endParaRPr lang="es-MX" sz="3200" b="0" dirty="0">
              <a:solidFill>
                <a:srgbClr val="0070C0"/>
              </a:solidFill>
            </a:endParaRPr>
          </a:p>
          <a:p>
            <a:pPr algn="just"/>
            <a:endParaRPr lang="es-MX" sz="3200" b="0" dirty="0">
              <a:solidFill>
                <a:srgbClr val="0070C0"/>
              </a:solidFill>
            </a:endParaRPr>
          </a:p>
          <a:p>
            <a:pPr algn="just"/>
            <a:endParaRPr lang="es-MX" sz="3200" b="0" dirty="0">
              <a:solidFill>
                <a:srgbClr val="0070C0"/>
              </a:solidFill>
            </a:endParaRPr>
          </a:p>
          <a:p>
            <a:pPr algn="just"/>
            <a:endParaRPr lang="es-MX" sz="3200" b="0" dirty="0">
              <a:solidFill>
                <a:srgbClr val="0070C0"/>
              </a:solidFill>
            </a:endParaRPr>
          </a:p>
          <a:p>
            <a:pPr algn="just"/>
            <a:r>
              <a:rPr lang="es-MX" sz="3200" b="0" dirty="0"/>
              <a:t>En primera parte de la actividad de la sesión se te pedirá analizar tu proyecto y registrar los resultados obtenidos.</a:t>
            </a:r>
          </a:p>
          <a:p>
            <a:pPr algn="just"/>
            <a:endParaRPr lang="es-MX" sz="3200" b="0" dirty="0"/>
          </a:p>
        </p:txBody>
      </p:sp>
      <p:pic>
        <p:nvPicPr>
          <p:cNvPr id="6" name="Imagen 5">
            <a:extLst>
              <a:ext uri="{FF2B5EF4-FFF2-40B4-BE49-F238E27FC236}">
                <a16:creationId xmlns:a16="http://schemas.microsoft.com/office/drawing/2014/main" id="{A2579148-4FA4-FDA9-7EF0-2E14BBB6FA4C}"/>
              </a:ext>
            </a:extLst>
          </p:cNvPr>
          <p:cNvPicPr>
            <a:picLocks noChangeAspect="1"/>
          </p:cNvPicPr>
          <p:nvPr/>
        </p:nvPicPr>
        <p:blipFill>
          <a:blip r:embed="rId2"/>
          <a:stretch>
            <a:fillRect/>
          </a:stretch>
        </p:blipFill>
        <p:spPr>
          <a:xfrm>
            <a:off x="5434717" y="3838560"/>
            <a:ext cx="9006112" cy="3799969"/>
          </a:xfrm>
          <a:prstGeom prst="rect">
            <a:avLst/>
          </a:prstGeom>
        </p:spPr>
      </p:pic>
    </p:spTree>
    <p:extLst>
      <p:ext uri="{BB962C8B-B14F-4D97-AF65-F5344CB8AC3E}">
        <p14:creationId xmlns:p14="http://schemas.microsoft.com/office/powerpoint/2010/main" val="36065766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393EC-8963-9608-4F7A-4C00A93E39BA}"/>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88564411-9A41-14C3-CFD2-81AA4D89E204}"/>
              </a:ext>
            </a:extLst>
          </p:cNvPr>
          <p:cNvSpPr txBox="1">
            <a:spLocks/>
          </p:cNvSpPr>
          <p:nvPr/>
        </p:nvSpPr>
        <p:spPr>
          <a:xfrm>
            <a:off x="1666088" y="7088900"/>
            <a:ext cx="8305800" cy="923330"/>
          </a:xfrm>
          <a:prstGeom prst="rect">
            <a:avLst/>
          </a:prstGeom>
        </p:spPr>
        <p:txBody>
          <a:bodyPr wrap="square" lIns="0" tIns="0" rIns="0" bIns="0" anchor="t">
            <a:spAutoFit/>
          </a:bodyPr>
          <a:lstStyle>
            <a:lvl1pPr algn="l">
              <a:defRPr sz="5000" b="1" i="0">
                <a:solidFill>
                  <a:srgbClr val="257CE1"/>
                </a:solidFill>
                <a:latin typeface="Arial"/>
                <a:ea typeface="+mj-ea"/>
                <a:cs typeface="Arial"/>
              </a:defRPr>
            </a:lvl1pPr>
          </a:lstStyle>
          <a:p>
            <a:pPr algn="r"/>
            <a:r>
              <a:rPr lang="es-CL" sz="6000" dirty="0">
                <a:solidFill>
                  <a:schemeClr val="bg1"/>
                </a:solidFill>
              </a:rPr>
              <a:t>PRUEBAS UNITARIAS</a:t>
            </a:r>
          </a:p>
        </p:txBody>
      </p:sp>
    </p:spTree>
    <p:extLst>
      <p:ext uri="{BB962C8B-B14F-4D97-AF65-F5344CB8AC3E}">
        <p14:creationId xmlns:p14="http://schemas.microsoft.com/office/powerpoint/2010/main" val="2715272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a:xfrm>
            <a:off x="2653490" y="804040"/>
            <a:ext cx="16988263" cy="738664"/>
          </a:xfrm>
        </p:spPr>
        <p:txBody>
          <a:bodyPr wrap="square" lIns="0" tIns="0" rIns="0" bIns="0" anchor="t">
            <a:spAutoFit/>
          </a:bodyPr>
          <a:lstStyle/>
          <a:p>
            <a:r>
              <a:rPr lang="es-CL" sz="4800" dirty="0">
                <a:solidFill>
                  <a:srgbClr val="257CE1"/>
                </a:solidFill>
              </a:rPr>
              <a:t>PRUEBAS UNITARIAS</a:t>
            </a:r>
          </a:p>
        </p:txBody>
      </p:sp>
      <p:sp>
        <p:nvSpPr>
          <p:cNvPr id="3" name="Título 1">
            <a:extLst>
              <a:ext uri="{FF2B5EF4-FFF2-40B4-BE49-F238E27FC236}">
                <a16:creationId xmlns:a16="http://schemas.microsoft.com/office/drawing/2014/main" id="{E6CF78EF-6E6E-D5DF-3D7B-2D5C1BA62B53}"/>
              </a:ext>
            </a:extLst>
          </p:cNvPr>
          <p:cNvSpPr txBox="1">
            <a:spLocks/>
          </p:cNvSpPr>
          <p:nvPr/>
        </p:nvSpPr>
        <p:spPr>
          <a:xfrm>
            <a:off x="1242820" y="2301694"/>
            <a:ext cx="17616982" cy="5909310"/>
          </a:xfrm>
          <a:prstGeom prst="rect">
            <a:avLst/>
          </a:prstGeom>
        </p:spPr>
        <p:txBody>
          <a:bodyPr wrap="square" lIns="0" tIns="0" rIns="0" bIns="0" anchor="t">
            <a:spAutoFit/>
          </a:bodyPr>
          <a:lstStyle>
            <a:lvl1pPr>
              <a:defRPr sz="4800" b="1" i="0">
                <a:solidFill>
                  <a:schemeClr val="tx1"/>
                </a:solidFill>
                <a:latin typeface="Arial"/>
                <a:ea typeface="+mj-ea"/>
                <a:cs typeface="Arial"/>
              </a:defRPr>
            </a:lvl1pPr>
          </a:lstStyle>
          <a:p>
            <a:pPr algn="just"/>
            <a:r>
              <a:rPr lang="es-ES" sz="3200" dirty="0">
                <a:solidFill>
                  <a:srgbClr val="0070C0"/>
                </a:solidFill>
                <a:latin typeface="Arial" panose="020B0604020202020204" pitchFamily="34" charset="0"/>
                <a:cs typeface="Arial" panose="020B0604020202020204" pitchFamily="34" charset="0"/>
              </a:rPr>
              <a:t>Recordemos:</a:t>
            </a:r>
          </a:p>
          <a:p>
            <a:pPr algn="just"/>
            <a:endParaRPr lang="es-ES" sz="3200" dirty="0">
              <a:solidFill>
                <a:srgbClr val="0070C0"/>
              </a:solidFill>
              <a:latin typeface="Arial" panose="020B0604020202020204" pitchFamily="34" charset="0"/>
              <a:cs typeface="Arial" panose="020B0604020202020204" pitchFamily="34" charset="0"/>
            </a:endParaRPr>
          </a:p>
          <a:p>
            <a:pPr algn="just"/>
            <a:r>
              <a:rPr lang="es-MX" sz="3200" b="0" dirty="0">
                <a:latin typeface="Arial" panose="020B0604020202020204" pitchFamily="34" charset="0"/>
                <a:cs typeface="Arial" panose="020B0604020202020204" pitchFamily="34" charset="0"/>
              </a:rPr>
              <a:t>Este tipo de pruebas buscan comprobar el correcto funcionamiento de </a:t>
            </a:r>
            <a:r>
              <a:rPr lang="es-MX" sz="3200" dirty="0">
                <a:solidFill>
                  <a:srgbClr val="0070C0"/>
                </a:solidFill>
                <a:latin typeface="Arial" panose="020B0604020202020204" pitchFamily="34" charset="0"/>
                <a:cs typeface="Arial" panose="020B0604020202020204" pitchFamily="34" charset="0"/>
              </a:rPr>
              <a:t>partes o unidades individuales </a:t>
            </a:r>
            <a:r>
              <a:rPr lang="es-MX" sz="3200" b="0" dirty="0">
                <a:latin typeface="Arial" panose="020B0604020202020204" pitchFamily="34" charset="0"/>
                <a:cs typeface="Arial" panose="020B0604020202020204" pitchFamily="34" charset="0"/>
              </a:rPr>
              <a:t>del código del software. Por tanto, por lo general se escriben Casos de Prueba para probar cada </a:t>
            </a:r>
            <a:r>
              <a:rPr lang="es-MX" sz="3200" dirty="0">
                <a:solidFill>
                  <a:srgbClr val="0070C0"/>
                </a:solidFill>
                <a:latin typeface="Arial" panose="020B0604020202020204" pitchFamily="34" charset="0"/>
                <a:cs typeface="Arial" panose="020B0604020202020204" pitchFamily="34" charset="0"/>
              </a:rPr>
              <a:t>función o método </a:t>
            </a:r>
            <a:r>
              <a:rPr lang="es-MX" sz="3200" b="0" dirty="0">
                <a:latin typeface="Arial" panose="020B0604020202020204" pitchFamily="34" charset="0"/>
                <a:cs typeface="Arial" panose="020B0604020202020204" pitchFamily="34" charset="0"/>
              </a:rPr>
              <a:t>de un módulo. </a:t>
            </a:r>
          </a:p>
          <a:p>
            <a:pPr algn="just"/>
            <a:endParaRPr lang="es-MX" sz="3200" b="0" dirty="0">
              <a:latin typeface="Arial" panose="020B0604020202020204" pitchFamily="34" charset="0"/>
              <a:cs typeface="Arial" panose="020B0604020202020204" pitchFamily="34" charset="0"/>
            </a:endParaRPr>
          </a:p>
          <a:p>
            <a:pPr algn="just"/>
            <a:r>
              <a:rPr lang="es-MX" sz="3200" b="0" dirty="0">
                <a:latin typeface="Arial" panose="020B0604020202020204" pitchFamily="34" charset="0"/>
                <a:cs typeface="Arial" panose="020B0604020202020204" pitchFamily="34" charset="0"/>
              </a:rPr>
              <a:t>Es importante saber que este tipo de pruebas no descubren todos los errores en el código ni validan la integración con otras partes para asegurar el correcto funcionamiento del sistema.</a:t>
            </a:r>
          </a:p>
          <a:p>
            <a:pPr algn="just"/>
            <a:endParaRPr lang="es-MX" sz="3200" b="0" dirty="0">
              <a:latin typeface="Arial" panose="020B0604020202020204" pitchFamily="34" charset="0"/>
              <a:cs typeface="Arial" panose="020B0604020202020204" pitchFamily="34" charset="0"/>
            </a:endParaRPr>
          </a:p>
          <a:p>
            <a:pPr algn="just"/>
            <a:endParaRPr lang="es-MX" sz="3200" b="0" dirty="0">
              <a:latin typeface="Arial" panose="020B0604020202020204" pitchFamily="34" charset="0"/>
              <a:cs typeface="Arial" panose="020B0604020202020204" pitchFamily="34" charset="0"/>
            </a:endParaRPr>
          </a:p>
          <a:p>
            <a:pPr algn="just"/>
            <a:r>
              <a:rPr lang="es-MX" sz="3200" b="0" dirty="0"/>
              <a:t> </a:t>
            </a:r>
          </a:p>
          <a:p>
            <a:pPr algn="just"/>
            <a:endParaRPr lang="es-MX" sz="3200" b="0" dirty="0"/>
          </a:p>
        </p:txBody>
      </p:sp>
      <p:pic>
        <p:nvPicPr>
          <p:cNvPr id="1026" name="Picture 2" descr="Explicación de las pruebas unitarias: qué son, por qué son importantes y  cómo empezar - Geekflare">
            <a:extLst>
              <a:ext uri="{FF2B5EF4-FFF2-40B4-BE49-F238E27FC236}">
                <a16:creationId xmlns:a16="http://schemas.microsoft.com/office/drawing/2014/main" id="{C5C1803D-2919-76B5-2886-86FBD4B168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4060" y="6741084"/>
            <a:ext cx="11780830" cy="39320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7811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a:xfrm>
            <a:off x="2592493" y="849814"/>
            <a:ext cx="16988263" cy="738664"/>
          </a:xfrm>
        </p:spPr>
        <p:txBody>
          <a:bodyPr wrap="square" lIns="0" tIns="0" rIns="0" bIns="0" anchor="t">
            <a:spAutoFit/>
          </a:bodyPr>
          <a:lstStyle/>
          <a:p>
            <a:r>
              <a:rPr lang="es-CL" sz="4800" dirty="0">
                <a:solidFill>
                  <a:srgbClr val="257CE1"/>
                </a:solidFill>
              </a:rPr>
              <a:t>PRUEBAS UNITARIAS</a:t>
            </a:r>
          </a:p>
        </p:txBody>
      </p:sp>
      <p:sp>
        <p:nvSpPr>
          <p:cNvPr id="3" name="Título 1">
            <a:extLst>
              <a:ext uri="{FF2B5EF4-FFF2-40B4-BE49-F238E27FC236}">
                <a16:creationId xmlns:a16="http://schemas.microsoft.com/office/drawing/2014/main" id="{E6CF78EF-6E6E-D5DF-3D7B-2D5C1BA62B53}"/>
              </a:ext>
            </a:extLst>
          </p:cNvPr>
          <p:cNvSpPr txBox="1">
            <a:spLocks/>
          </p:cNvSpPr>
          <p:nvPr/>
        </p:nvSpPr>
        <p:spPr>
          <a:xfrm>
            <a:off x="1182490" y="2378075"/>
            <a:ext cx="17159377" cy="8371523"/>
          </a:xfrm>
          <a:prstGeom prst="rect">
            <a:avLst/>
          </a:prstGeom>
        </p:spPr>
        <p:txBody>
          <a:bodyPr wrap="square" lIns="0" tIns="0" rIns="0" bIns="0" anchor="t">
            <a:spAutoFit/>
          </a:bodyPr>
          <a:lstStyle>
            <a:lvl1pPr>
              <a:defRPr sz="4800" b="1" i="0">
                <a:solidFill>
                  <a:schemeClr val="tx1"/>
                </a:solidFill>
                <a:latin typeface="Arial"/>
                <a:ea typeface="+mj-ea"/>
                <a:cs typeface="Arial"/>
              </a:defRPr>
            </a:lvl1pPr>
          </a:lstStyle>
          <a:p>
            <a:pPr algn="just"/>
            <a:r>
              <a:rPr lang="es-ES" sz="3200" b="0" dirty="0"/>
              <a:t>Dependiendo del lenguaje de programación que estemos utilizando, encontraremos diferentes </a:t>
            </a:r>
            <a:r>
              <a:rPr lang="es-ES" sz="3200" dirty="0" err="1">
                <a:solidFill>
                  <a:srgbClr val="0070C0"/>
                </a:solidFill>
              </a:rPr>
              <a:t>frameworks</a:t>
            </a:r>
            <a:r>
              <a:rPr lang="es-ES" sz="3200" b="0" dirty="0"/>
              <a:t> como:</a:t>
            </a:r>
          </a:p>
          <a:p>
            <a:pPr algn="just"/>
            <a:endParaRPr lang="es-ES" sz="3200" b="0" dirty="0">
              <a:latin typeface="Arial" panose="020B0604020202020204" pitchFamily="34" charset="0"/>
              <a:cs typeface="Arial" panose="020B0604020202020204" pitchFamily="34" charset="0"/>
            </a:endParaRPr>
          </a:p>
          <a:p>
            <a:pPr marL="457200" indent="-457200" algn="just">
              <a:lnSpc>
                <a:spcPct val="200000"/>
              </a:lnSpc>
              <a:buFont typeface="Arial"/>
              <a:buChar char="•"/>
            </a:pPr>
            <a:r>
              <a:rPr lang="es-ES" sz="3200" dirty="0">
                <a:solidFill>
                  <a:srgbClr val="0070C0"/>
                </a:solidFill>
              </a:rPr>
              <a:t>JUnit</a:t>
            </a:r>
            <a:r>
              <a:rPr lang="es-ES" sz="3200" b="0" dirty="0"/>
              <a:t>: Entorno de pruebas para Java</a:t>
            </a:r>
          </a:p>
          <a:p>
            <a:pPr marL="457200" indent="-457200" algn="just">
              <a:lnSpc>
                <a:spcPct val="200000"/>
              </a:lnSpc>
              <a:buFont typeface="Arial"/>
              <a:buChar char="•"/>
            </a:pPr>
            <a:r>
              <a:rPr lang="es-ES" sz="3200" dirty="0">
                <a:solidFill>
                  <a:srgbClr val="0070C0"/>
                </a:solidFill>
              </a:rPr>
              <a:t>NUnit</a:t>
            </a:r>
            <a:r>
              <a:rPr lang="es-ES" sz="3200" b="0" dirty="0"/>
              <a:t>: Versión del framework para la plataforma.NET.</a:t>
            </a:r>
          </a:p>
          <a:p>
            <a:pPr marL="457200" indent="-457200" algn="just">
              <a:lnSpc>
                <a:spcPct val="200000"/>
              </a:lnSpc>
              <a:buFont typeface="Arial"/>
              <a:buChar char="•"/>
            </a:pPr>
            <a:r>
              <a:rPr lang="es-ES" sz="3200" dirty="0" err="1">
                <a:solidFill>
                  <a:srgbClr val="0070C0"/>
                </a:solidFill>
              </a:rPr>
              <a:t>PyUnit</a:t>
            </a:r>
            <a:r>
              <a:rPr lang="es-ES" sz="3200" b="0" dirty="0"/>
              <a:t>: Framework para la elaboración de pruebas unitarias en </a:t>
            </a:r>
            <a:r>
              <a:rPr lang="es-ES" sz="3200" b="0" dirty="0" err="1"/>
              <a:t>python</a:t>
            </a:r>
            <a:r>
              <a:rPr lang="es-ES" sz="3200" b="0" dirty="0"/>
              <a:t>.</a:t>
            </a:r>
          </a:p>
          <a:p>
            <a:pPr marL="457200" indent="-457200" algn="just">
              <a:lnSpc>
                <a:spcPct val="200000"/>
              </a:lnSpc>
              <a:buFont typeface="Arial"/>
              <a:buChar char="•"/>
            </a:pPr>
            <a:endParaRPr lang="es-ES" sz="3200" b="0" dirty="0">
              <a:latin typeface="Arial" panose="020B0604020202020204" pitchFamily="34" charset="0"/>
              <a:cs typeface="Arial" panose="020B0604020202020204" pitchFamily="34" charset="0"/>
            </a:endParaRPr>
          </a:p>
          <a:p>
            <a:pPr algn="just"/>
            <a:endParaRPr lang="es-MX" sz="3200" b="0" dirty="0">
              <a:solidFill>
                <a:srgbClr val="000000"/>
              </a:solidFill>
              <a:latin typeface="Arial" panose="020B0604020202020204" pitchFamily="34" charset="0"/>
              <a:cs typeface="Arial" panose="020B0604020202020204" pitchFamily="34" charset="0"/>
            </a:endParaRPr>
          </a:p>
          <a:p>
            <a:pPr algn="ctr"/>
            <a:r>
              <a:rPr lang="es-MX" sz="3200" dirty="0">
                <a:solidFill>
                  <a:srgbClr val="0070C0"/>
                </a:solidFill>
              </a:rPr>
              <a:t>Ahora, junto a tu equipo busca qué otros </a:t>
            </a:r>
            <a:r>
              <a:rPr lang="es-MX" sz="3200" dirty="0" err="1">
                <a:solidFill>
                  <a:srgbClr val="0070C0"/>
                </a:solidFill>
              </a:rPr>
              <a:t>framework</a:t>
            </a:r>
            <a:r>
              <a:rPr lang="es-MX" sz="3200" dirty="0">
                <a:solidFill>
                  <a:srgbClr val="0070C0"/>
                </a:solidFill>
              </a:rPr>
              <a:t>, sistemas o entornos de pruebas existen para realizar pruebas Unitarias</a:t>
            </a:r>
            <a:r>
              <a:rPr lang="es-MX" sz="3200" b="0" dirty="0"/>
              <a:t>.</a:t>
            </a:r>
          </a:p>
          <a:p>
            <a:pPr algn="just"/>
            <a:endParaRPr lang="es-MX" sz="3200" b="0" dirty="0">
              <a:latin typeface="Arial" panose="020B0604020202020204" pitchFamily="34" charset="0"/>
              <a:cs typeface="Arial" panose="020B0604020202020204" pitchFamily="34" charset="0"/>
            </a:endParaRPr>
          </a:p>
          <a:p>
            <a:pPr algn="just"/>
            <a:r>
              <a:rPr lang="es-MX" sz="3200" b="0" dirty="0"/>
              <a:t> </a:t>
            </a:r>
          </a:p>
          <a:p>
            <a:pPr algn="just"/>
            <a:endParaRPr lang="es-MX" sz="3200" b="0" dirty="0"/>
          </a:p>
        </p:txBody>
      </p:sp>
    </p:spTree>
    <p:extLst>
      <p:ext uri="{BB962C8B-B14F-4D97-AF65-F5344CB8AC3E}">
        <p14:creationId xmlns:p14="http://schemas.microsoft.com/office/powerpoint/2010/main" val="3879255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a:xfrm>
            <a:off x="2699238" y="788782"/>
            <a:ext cx="16988263" cy="738664"/>
          </a:xfrm>
        </p:spPr>
        <p:txBody>
          <a:bodyPr wrap="square" lIns="0" tIns="0" rIns="0" bIns="0" anchor="t">
            <a:spAutoFit/>
          </a:bodyPr>
          <a:lstStyle/>
          <a:p>
            <a:r>
              <a:rPr lang="es-CL" sz="4800" dirty="0">
                <a:solidFill>
                  <a:srgbClr val="257CE1"/>
                </a:solidFill>
              </a:rPr>
              <a:t>PRUEBAS UNITARIAS</a:t>
            </a:r>
          </a:p>
        </p:txBody>
      </p:sp>
      <p:sp>
        <p:nvSpPr>
          <p:cNvPr id="3" name="Título 1">
            <a:extLst>
              <a:ext uri="{FF2B5EF4-FFF2-40B4-BE49-F238E27FC236}">
                <a16:creationId xmlns:a16="http://schemas.microsoft.com/office/drawing/2014/main" id="{E6CF78EF-6E6E-D5DF-3D7B-2D5C1BA62B53}"/>
              </a:ext>
            </a:extLst>
          </p:cNvPr>
          <p:cNvSpPr txBox="1">
            <a:spLocks/>
          </p:cNvSpPr>
          <p:nvPr/>
        </p:nvSpPr>
        <p:spPr>
          <a:xfrm>
            <a:off x="816509" y="2576429"/>
            <a:ext cx="18135600" cy="1969770"/>
          </a:xfrm>
          <a:prstGeom prst="rect">
            <a:avLst/>
          </a:prstGeom>
        </p:spPr>
        <p:txBody>
          <a:bodyPr wrap="square" lIns="0" tIns="0" rIns="0" bIns="0" anchor="t">
            <a:spAutoFit/>
          </a:bodyPr>
          <a:lstStyle>
            <a:lvl1pPr>
              <a:defRPr sz="4800" b="1" i="0">
                <a:solidFill>
                  <a:schemeClr val="tx1"/>
                </a:solidFill>
                <a:latin typeface="Arial"/>
                <a:ea typeface="+mj-ea"/>
                <a:cs typeface="Arial"/>
              </a:defRPr>
            </a:lvl1pPr>
          </a:lstStyle>
          <a:p>
            <a:pPr algn="ctr"/>
            <a:r>
              <a:rPr lang="es-ES" sz="3200" b="0" dirty="0"/>
              <a:t>Revisemos un video de ejemplo de cómo configurar una prueba unitaria usando </a:t>
            </a:r>
            <a:r>
              <a:rPr lang="es-ES" sz="3200" dirty="0">
                <a:solidFill>
                  <a:srgbClr val="257CE1"/>
                </a:solidFill>
              </a:rPr>
              <a:t>Junit</a:t>
            </a:r>
            <a:endParaRPr lang="es-MX" sz="3200">
              <a:solidFill>
                <a:srgbClr val="257CE1"/>
              </a:solidFill>
            </a:endParaRPr>
          </a:p>
          <a:p>
            <a:pPr algn="just"/>
            <a:endParaRPr lang="es-MX" sz="3200" b="0" dirty="0">
              <a:latin typeface="Arial" panose="020B0604020202020204" pitchFamily="34" charset="0"/>
              <a:cs typeface="Arial" panose="020B0604020202020204" pitchFamily="34" charset="0"/>
            </a:endParaRPr>
          </a:p>
          <a:p>
            <a:pPr algn="just"/>
            <a:r>
              <a:rPr lang="es-MX" sz="3200" b="0" dirty="0"/>
              <a:t> </a:t>
            </a:r>
          </a:p>
          <a:p>
            <a:pPr algn="just"/>
            <a:endParaRPr lang="es-MX" sz="3200" b="0" dirty="0"/>
          </a:p>
        </p:txBody>
      </p:sp>
      <p:pic>
        <p:nvPicPr>
          <p:cNvPr id="7" name="Imagen 6">
            <a:extLst>
              <a:ext uri="{FF2B5EF4-FFF2-40B4-BE49-F238E27FC236}">
                <a16:creationId xmlns:a16="http://schemas.microsoft.com/office/drawing/2014/main" id="{E6849AB2-885D-2691-7C95-8F1D7AC832C3}"/>
              </a:ext>
            </a:extLst>
          </p:cNvPr>
          <p:cNvPicPr>
            <a:picLocks noChangeAspect="1"/>
          </p:cNvPicPr>
          <p:nvPr/>
        </p:nvPicPr>
        <p:blipFill>
          <a:blip r:embed="rId2"/>
          <a:stretch>
            <a:fillRect/>
          </a:stretch>
        </p:blipFill>
        <p:spPr>
          <a:xfrm>
            <a:off x="8832712" y="4128648"/>
            <a:ext cx="6553200" cy="2421835"/>
          </a:xfrm>
          <a:prstGeom prst="rect">
            <a:avLst/>
          </a:prstGeom>
        </p:spPr>
      </p:pic>
      <p:pic>
        <p:nvPicPr>
          <p:cNvPr id="8" name="Google Shape;207;p5" descr="Camcorder, Cameraman, Cine, Director, Video">
            <a:extLst>
              <a:ext uri="{FF2B5EF4-FFF2-40B4-BE49-F238E27FC236}">
                <a16:creationId xmlns:a16="http://schemas.microsoft.com/office/drawing/2014/main" id="{88EDDC97-EDA8-D4A8-8E6B-5253E2D422CB}"/>
              </a:ext>
            </a:extLst>
          </p:cNvPr>
          <p:cNvPicPr preferRelativeResize="0"/>
          <p:nvPr/>
        </p:nvPicPr>
        <p:blipFill rotWithShape="1">
          <a:blip r:embed="rId3">
            <a:alphaModFix/>
          </a:blip>
          <a:srcRect/>
          <a:stretch/>
        </p:blipFill>
        <p:spPr>
          <a:xfrm>
            <a:off x="3498850" y="4816475"/>
            <a:ext cx="4419600" cy="5147388"/>
          </a:xfrm>
          <a:prstGeom prst="rect">
            <a:avLst/>
          </a:prstGeom>
          <a:noFill/>
          <a:ln>
            <a:noFill/>
          </a:ln>
        </p:spPr>
      </p:pic>
    </p:spTree>
    <p:extLst>
      <p:ext uri="{BB962C8B-B14F-4D97-AF65-F5344CB8AC3E}">
        <p14:creationId xmlns:p14="http://schemas.microsoft.com/office/powerpoint/2010/main" val="7358473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a:xfrm>
            <a:off x="2699238" y="788782"/>
            <a:ext cx="16988263" cy="738664"/>
          </a:xfrm>
        </p:spPr>
        <p:txBody>
          <a:bodyPr wrap="square" lIns="0" tIns="0" rIns="0" bIns="0" anchor="t">
            <a:spAutoFit/>
          </a:bodyPr>
          <a:lstStyle/>
          <a:p>
            <a:r>
              <a:rPr lang="es-CL" sz="4800" dirty="0">
                <a:solidFill>
                  <a:srgbClr val="257CE1"/>
                </a:solidFill>
              </a:rPr>
              <a:t>PRUEBAS UNITARIAS</a:t>
            </a:r>
          </a:p>
        </p:txBody>
      </p:sp>
      <p:pic>
        <p:nvPicPr>
          <p:cNvPr id="6" name="Prueba Unitaria Junit Netbeans">
            <a:hlinkClick r:id="" action="ppaction://media"/>
            <a:extLst>
              <a:ext uri="{FF2B5EF4-FFF2-40B4-BE49-F238E27FC236}">
                <a16:creationId xmlns:a16="http://schemas.microsoft.com/office/drawing/2014/main" id="{5FCE0B59-21A0-77BD-7BFB-C6501C82AB10}"/>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508250" y="1844675"/>
            <a:ext cx="14630400" cy="8229600"/>
          </a:xfrm>
          <a:prstGeom prst="rect">
            <a:avLst/>
          </a:prstGeom>
        </p:spPr>
      </p:pic>
    </p:spTree>
    <p:extLst>
      <p:ext uri="{BB962C8B-B14F-4D97-AF65-F5344CB8AC3E}">
        <p14:creationId xmlns:p14="http://schemas.microsoft.com/office/powerpoint/2010/main" val="1692044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4365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D15BE-E3B2-F743-9878-F149B7D92C0C}"/>
              </a:ext>
            </a:extLst>
          </p:cNvPr>
          <p:cNvSpPr>
            <a:spLocks noGrp="1"/>
          </p:cNvSpPr>
          <p:nvPr>
            <p:ph type="title"/>
          </p:nvPr>
        </p:nvSpPr>
        <p:spPr>
          <a:xfrm>
            <a:off x="7637364" y="8458488"/>
            <a:ext cx="9020022" cy="1015663"/>
          </a:xfrm>
        </p:spPr>
        <p:txBody>
          <a:bodyPr wrap="square" lIns="0" tIns="0" rIns="0" bIns="0" anchor="t">
            <a:spAutoFit/>
          </a:bodyPr>
          <a:lstStyle/>
          <a:p>
            <a:r>
              <a:rPr lang="es-CL" sz="6600" dirty="0">
                <a:solidFill>
                  <a:schemeClr val="bg1"/>
                </a:solidFill>
              </a:rPr>
              <a:t>ACTIVIDAD</a:t>
            </a:r>
          </a:p>
        </p:txBody>
      </p:sp>
    </p:spTree>
    <p:extLst>
      <p:ext uri="{BB962C8B-B14F-4D97-AF65-F5344CB8AC3E}">
        <p14:creationId xmlns:p14="http://schemas.microsoft.com/office/powerpoint/2010/main" val="1520246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CBCD8BF0-1144-D34D-8793-D9BC0214A663}"/>
              </a:ext>
            </a:extLst>
          </p:cNvPr>
          <p:cNvSpPr>
            <a:spLocks noGrp="1"/>
          </p:cNvSpPr>
          <p:nvPr>
            <p:ph type="body" sz="quarter" idx="10"/>
          </p:nvPr>
        </p:nvSpPr>
        <p:spPr>
          <a:xfrm>
            <a:off x="534258" y="859317"/>
            <a:ext cx="16792423" cy="738664"/>
          </a:xfrm>
        </p:spPr>
        <p:txBody>
          <a:bodyPr wrap="square" lIns="0" tIns="0" rIns="0" bIns="0" anchor="t">
            <a:spAutoFit/>
          </a:bodyPr>
          <a:lstStyle/>
          <a:p>
            <a:r>
              <a:rPr lang="es-ES" dirty="0">
                <a:solidFill>
                  <a:srgbClr val="0070C0"/>
                </a:solidFill>
                <a:latin typeface="Arial"/>
                <a:cs typeface="Arial"/>
              </a:rPr>
              <a:t>ACTIVIDAD</a:t>
            </a:r>
            <a:endParaRPr lang="es-CL" dirty="0">
              <a:solidFill>
                <a:srgbClr val="0070C0"/>
              </a:solidFill>
              <a:latin typeface="Arial"/>
              <a:cs typeface="Arial"/>
            </a:endParaRPr>
          </a:p>
        </p:txBody>
      </p:sp>
      <p:sp>
        <p:nvSpPr>
          <p:cNvPr id="3" name="Marcador de contenido 1">
            <a:extLst>
              <a:ext uri="{FF2B5EF4-FFF2-40B4-BE49-F238E27FC236}">
                <a16:creationId xmlns:a16="http://schemas.microsoft.com/office/drawing/2014/main" id="{CFD57520-3D2E-37CD-7E5E-37421237B43D}"/>
              </a:ext>
            </a:extLst>
          </p:cNvPr>
          <p:cNvSpPr txBox="1">
            <a:spLocks/>
          </p:cNvSpPr>
          <p:nvPr/>
        </p:nvSpPr>
        <p:spPr>
          <a:xfrm>
            <a:off x="1320719" y="2336325"/>
            <a:ext cx="17449800" cy="7696200"/>
          </a:xfrm>
          <a:prstGeom prst="rect">
            <a:avLst/>
          </a:prstGeom>
        </p:spPr>
        <p:txBody>
          <a:bodyPr lIns="91440" tIns="45720" rIns="91440" bIns="45720" anchor="t">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s-MX" sz="3200" b="1" dirty="0">
                <a:solidFill>
                  <a:srgbClr val="257CE1"/>
                </a:solidFill>
                <a:latin typeface="Arial"/>
                <a:cs typeface="Arial"/>
              </a:rPr>
              <a:t>Es momento de trabajar:</a:t>
            </a:r>
          </a:p>
          <a:p>
            <a:pPr algn="just"/>
            <a:endParaRPr lang="es-MX" sz="3200" dirty="0">
              <a:latin typeface="Arial" panose="020B0604020202020204" pitchFamily="34" charset="0"/>
              <a:cs typeface="Arial" panose="020B0604020202020204" pitchFamily="34" charset="0"/>
            </a:endParaRPr>
          </a:p>
          <a:p>
            <a:pPr marL="457200" indent="-457200" algn="just">
              <a:lnSpc>
                <a:spcPct val="150000"/>
              </a:lnSpc>
              <a:buFont typeface="Arial" panose="020B0604020202020204" pitchFamily="34" charset="0"/>
              <a:buChar char="•"/>
            </a:pPr>
            <a:r>
              <a:rPr lang="es-MX" sz="3200" dirty="0">
                <a:latin typeface="Arial" panose="020B0604020202020204" pitchFamily="34" charset="0"/>
                <a:cs typeface="Arial" panose="020B0604020202020204" pitchFamily="34" charset="0"/>
              </a:rPr>
              <a:t>Deberás trabajar con algunos de los Casos de Pruebas ya creados.</a:t>
            </a:r>
          </a:p>
          <a:p>
            <a:pPr marL="457200" indent="-457200" algn="just">
              <a:lnSpc>
                <a:spcPct val="150000"/>
              </a:lnSpc>
              <a:buFont typeface="Arial" panose="020B0604020202020204" pitchFamily="34" charset="0"/>
              <a:buChar char="•"/>
            </a:pPr>
            <a:r>
              <a:rPr lang="es-MX" sz="3200" dirty="0">
                <a:latin typeface="Arial"/>
                <a:cs typeface="Arial"/>
              </a:rPr>
              <a:t>Recuerda que este tipo de pruebas se basan en Pruebas de Caja Blanca, por lo que debes saber cómo funciona cada proceso de tu aplicación.</a:t>
            </a:r>
          </a:p>
          <a:p>
            <a:pPr marL="457200" indent="-457200" algn="just">
              <a:lnSpc>
                <a:spcPct val="150000"/>
              </a:lnSpc>
              <a:buFont typeface="Arial" panose="020B0604020202020204" pitchFamily="34" charset="0"/>
              <a:buChar char="•"/>
            </a:pPr>
            <a:r>
              <a:rPr lang="es-MX" sz="3200" dirty="0">
                <a:latin typeface="Arial"/>
                <a:cs typeface="Arial"/>
              </a:rPr>
              <a:t>Revisa el documento que describe qué se solicita en la actividad de esta sesión.</a:t>
            </a:r>
          </a:p>
          <a:p>
            <a:pPr marL="457200" indent="-457200" algn="just">
              <a:lnSpc>
                <a:spcPct val="150000"/>
              </a:lnSpc>
              <a:buFont typeface="Arial" panose="020B0604020202020204" pitchFamily="34" charset="0"/>
              <a:buChar char="•"/>
            </a:pPr>
            <a:r>
              <a:rPr lang="es-MX" sz="3200" dirty="0">
                <a:latin typeface="Arial"/>
                <a:cs typeface="Arial"/>
              </a:rPr>
              <a:t>El/la docente revisará tu avance clase a clase.</a:t>
            </a:r>
          </a:p>
          <a:p>
            <a:pPr algn="just"/>
            <a:endParaRPr lang="es-MX" sz="3200" dirty="0">
              <a:latin typeface="Arial" panose="020B0604020202020204" pitchFamily="34" charset="0"/>
              <a:cs typeface="Arial" panose="020B0604020202020204" pitchFamily="34" charset="0"/>
            </a:endParaRPr>
          </a:p>
          <a:p>
            <a:pPr marL="571500" indent="-571500" algn="just">
              <a:lnSpc>
                <a:spcPct val="150000"/>
              </a:lnSpc>
              <a:buFont typeface="Arial" panose="020B0604020202020204" pitchFamily="34" charset="0"/>
              <a:buChar char="•"/>
            </a:pPr>
            <a:endParaRPr lang="es-MX" sz="3200" dirty="0">
              <a:latin typeface="Arial" panose="020B0604020202020204" pitchFamily="34" charset="0"/>
              <a:cs typeface="Arial" panose="020B0604020202020204" pitchFamily="34" charset="0"/>
            </a:endParaRPr>
          </a:p>
          <a:p>
            <a:pPr marL="571500" indent="-571500" algn="just">
              <a:lnSpc>
                <a:spcPct val="150000"/>
              </a:lnSpc>
              <a:buFont typeface="Arial" panose="020B0604020202020204" pitchFamily="34" charset="0"/>
              <a:buChar char="•"/>
            </a:pPr>
            <a:endParaRPr lang="es-MX" sz="3200" dirty="0">
              <a:latin typeface="Arial" panose="020B0604020202020204" pitchFamily="34" charset="0"/>
              <a:cs typeface="Arial" panose="020B0604020202020204" pitchFamily="34" charset="0"/>
            </a:endParaRPr>
          </a:p>
          <a:p>
            <a:pPr algn="just">
              <a:lnSpc>
                <a:spcPct val="150000"/>
              </a:lnSpc>
            </a:pPr>
            <a:endParaRPr lang="es-MX"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569588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D85EFAEF-A11B-A149-9B79-BE1A1D0330C0}"/>
              </a:ext>
            </a:extLst>
          </p:cNvPr>
          <p:cNvSpPr>
            <a:spLocks noGrp="1"/>
          </p:cNvSpPr>
          <p:nvPr>
            <p:ph type="title"/>
          </p:nvPr>
        </p:nvSpPr>
        <p:spPr>
          <a:xfrm>
            <a:off x="4853625" y="4860237"/>
            <a:ext cx="9020022" cy="1015663"/>
          </a:xfrm>
        </p:spPr>
        <p:txBody>
          <a:bodyPr wrap="square" lIns="0" tIns="0" rIns="0" bIns="0" anchor="t">
            <a:spAutoFit/>
          </a:bodyPr>
          <a:lstStyle/>
          <a:p>
            <a:pPr algn="l"/>
            <a:r>
              <a:rPr lang="es-CL" sz="6600" dirty="0">
                <a:solidFill>
                  <a:schemeClr val="bg1"/>
                </a:solidFill>
              </a:rPr>
              <a:t>CONCLUSIONES</a:t>
            </a:r>
            <a:endParaRPr lang="es-ES" dirty="0">
              <a:solidFill>
                <a:schemeClr val="bg1"/>
              </a:solidFill>
            </a:endParaRPr>
          </a:p>
        </p:txBody>
      </p:sp>
    </p:spTree>
    <p:extLst>
      <p:ext uri="{BB962C8B-B14F-4D97-AF65-F5344CB8AC3E}">
        <p14:creationId xmlns:p14="http://schemas.microsoft.com/office/powerpoint/2010/main" val="979712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1E4FBDB-F62F-B14F-9D38-C37205252F63}"/>
              </a:ext>
            </a:extLst>
          </p:cNvPr>
          <p:cNvSpPr>
            <a:spLocks noGrp="1"/>
          </p:cNvSpPr>
          <p:nvPr>
            <p:ph type="title"/>
          </p:nvPr>
        </p:nvSpPr>
        <p:spPr>
          <a:xfrm>
            <a:off x="2625019" y="788782"/>
            <a:ext cx="16988263" cy="738664"/>
          </a:xfrm>
        </p:spPr>
        <p:txBody>
          <a:bodyPr wrap="square" lIns="0" tIns="0" rIns="0" bIns="0" anchor="t">
            <a:spAutoFit/>
          </a:bodyPr>
          <a:lstStyle/>
          <a:p>
            <a:r>
              <a:rPr lang="es-ES" dirty="0">
                <a:solidFill>
                  <a:srgbClr val="0070C0"/>
                </a:solidFill>
              </a:rPr>
              <a:t>CONCLUSIONES</a:t>
            </a:r>
          </a:p>
        </p:txBody>
      </p:sp>
      <p:sp>
        <p:nvSpPr>
          <p:cNvPr id="2" name="Título 1">
            <a:extLst>
              <a:ext uri="{FF2B5EF4-FFF2-40B4-BE49-F238E27FC236}">
                <a16:creationId xmlns:a16="http://schemas.microsoft.com/office/drawing/2014/main" id="{E507742C-DF09-1C18-86CB-6F4CD1A149DC}"/>
              </a:ext>
            </a:extLst>
          </p:cNvPr>
          <p:cNvSpPr txBox="1">
            <a:spLocks/>
          </p:cNvSpPr>
          <p:nvPr/>
        </p:nvSpPr>
        <p:spPr>
          <a:xfrm>
            <a:off x="1560708" y="2951481"/>
            <a:ext cx="16983635" cy="5416868"/>
          </a:xfrm>
          <a:prstGeom prst="rect">
            <a:avLst/>
          </a:prstGeom>
        </p:spPr>
        <p:txBody>
          <a:bodyPr wrap="square" lIns="0" tIns="0" rIns="0" bIns="0" anchor="t">
            <a:spAutoFit/>
          </a:bodyPr>
          <a:lstStyle>
            <a:lvl1pPr>
              <a:defRPr sz="4800" b="1" i="0">
                <a:solidFill>
                  <a:schemeClr val="tx1"/>
                </a:solidFill>
                <a:latin typeface="Arial"/>
                <a:ea typeface="+mj-ea"/>
                <a:cs typeface="Arial"/>
              </a:defRPr>
            </a:lvl1pPr>
          </a:lstStyle>
          <a:p>
            <a:pPr algn="just"/>
            <a:endParaRPr lang="es-MX" sz="3200" b="0" dirty="0"/>
          </a:p>
          <a:p>
            <a:pPr algn="just"/>
            <a:r>
              <a:rPr lang="es-ES" sz="3200" b="0" dirty="0"/>
              <a:t>Recuerda:</a:t>
            </a:r>
          </a:p>
          <a:p>
            <a:pPr marL="457200" indent="-457200" algn="just">
              <a:buFont typeface="Arial" panose="020B0604020202020204" pitchFamily="34" charset="0"/>
              <a:buChar char="•"/>
            </a:pPr>
            <a:endParaRPr lang="es-ES" sz="3200" b="0" dirty="0"/>
          </a:p>
          <a:p>
            <a:pPr marL="457200" indent="-457200" algn="just">
              <a:buFont typeface="Arial" panose="020B0604020202020204" pitchFamily="34" charset="0"/>
              <a:buChar char="•"/>
            </a:pPr>
            <a:r>
              <a:rPr lang="es-MX" sz="3200" b="0" dirty="0"/>
              <a:t>El objetivo principal de las pruebas de inspección de código es garantizar la </a:t>
            </a:r>
            <a:r>
              <a:rPr lang="es-MX" sz="3200" dirty="0">
                <a:solidFill>
                  <a:srgbClr val="0070C0"/>
                </a:solidFill>
              </a:rPr>
              <a:t>calidad y la robustez </a:t>
            </a:r>
            <a:r>
              <a:rPr lang="es-MX" sz="3200" b="0" dirty="0"/>
              <a:t>del software.</a:t>
            </a:r>
          </a:p>
          <a:p>
            <a:pPr algn="just"/>
            <a:endParaRPr lang="es-ES" sz="3200" b="0" dirty="0"/>
          </a:p>
          <a:p>
            <a:pPr marL="457200" indent="-457200" algn="just">
              <a:buFont typeface="Arial" panose="020B0604020202020204" pitchFamily="34" charset="0"/>
              <a:buChar char="•"/>
            </a:pPr>
            <a:r>
              <a:rPr lang="es-MX" sz="3200" b="0" dirty="0"/>
              <a:t>Se basan en el </a:t>
            </a:r>
            <a:r>
              <a:rPr lang="es-MX" sz="3200" dirty="0">
                <a:solidFill>
                  <a:srgbClr val="0070C0"/>
                </a:solidFill>
              </a:rPr>
              <a:t>análisis estático del código</a:t>
            </a:r>
            <a:r>
              <a:rPr lang="es-MX" sz="3200" b="0" dirty="0"/>
              <a:t>, lo que significa que se examina el código </a:t>
            </a:r>
            <a:r>
              <a:rPr lang="es-MX" sz="3200" dirty="0">
                <a:solidFill>
                  <a:srgbClr val="0070C0"/>
                </a:solidFill>
              </a:rPr>
              <a:t>sin ejecutarlo</a:t>
            </a:r>
            <a:r>
              <a:rPr lang="es-MX" sz="3200" b="0" dirty="0"/>
              <a:t>.</a:t>
            </a:r>
          </a:p>
          <a:p>
            <a:pPr marL="457200" indent="-457200" algn="just">
              <a:buFont typeface="Arial" panose="020B0604020202020204" pitchFamily="34" charset="0"/>
              <a:buChar char="•"/>
            </a:pPr>
            <a:endParaRPr lang="es-ES" sz="3200" b="0" dirty="0"/>
          </a:p>
          <a:p>
            <a:pPr marL="457200" indent="-457200" algn="just">
              <a:buFont typeface="Arial" panose="020B0604020202020204" pitchFamily="34" charset="0"/>
              <a:buChar char="•"/>
            </a:pPr>
            <a:r>
              <a:rPr lang="es-MX" sz="3200" b="0" dirty="0">
                <a:latin typeface="Arial" panose="020B0604020202020204" pitchFamily="34" charset="0"/>
                <a:cs typeface="Arial" panose="020B0604020202020204" pitchFamily="34" charset="0"/>
              </a:rPr>
              <a:t>Las Pruebas Unitarias buscan comprobar el correcto funcionamiento de </a:t>
            </a:r>
            <a:r>
              <a:rPr lang="es-MX" sz="3200" dirty="0">
                <a:solidFill>
                  <a:srgbClr val="0070C0"/>
                </a:solidFill>
                <a:latin typeface="Arial" panose="020B0604020202020204" pitchFamily="34" charset="0"/>
                <a:cs typeface="Arial" panose="020B0604020202020204" pitchFamily="34" charset="0"/>
              </a:rPr>
              <a:t>partes o unidades individuales </a:t>
            </a:r>
            <a:r>
              <a:rPr lang="es-MX" sz="3200" b="0" dirty="0">
                <a:latin typeface="Arial" panose="020B0604020202020204" pitchFamily="34" charset="0"/>
                <a:cs typeface="Arial" panose="020B0604020202020204" pitchFamily="34" charset="0"/>
              </a:rPr>
              <a:t>del código del software.</a:t>
            </a:r>
            <a:endParaRPr lang="es-MX" sz="3200" b="0" dirty="0"/>
          </a:p>
        </p:txBody>
      </p:sp>
    </p:spTree>
    <p:extLst>
      <p:ext uri="{BB962C8B-B14F-4D97-AF65-F5344CB8AC3E}">
        <p14:creationId xmlns:p14="http://schemas.microsoft.com/office/powerpoint/2010/main" val="22099433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D1D06-3B50-2D7D-E22C-09BC38736F2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747849D-9674-EF5F-E2BC-ACD750CDC810}"/>
              </a:ext>
            </a:extLst>
          </p:cNvPr>
          <p:cNvSpPr>
            <a:spLocks noGrp="1"/>
          </p:cNvSpPr>
          <p:nvPr>
            <p:ph type="ctrTitle"/>
          </p:nvPr>
        </p:nvSpPr>
        <p:spPr>
          <a:xfrm>
            <a:off x="2866705" y="7696457"/>
            <a:ext cx="8749511" cy="1477328"/>
          </a:xfrm>
        </p:spPr>
        <p:txBody>
          <a:bodyPr wrap="square" lIns="0" tIns="0" rIns="0" bIns="0" anchor="t">
            <a:spAutoFit/>
          </a:bodyPr>
          <a:lstStyle/>
          <a:p>
            <a:r>
              <a:rPr lang="es-ES" sz="4800" spc="-10" dirty="0"/>
              <a:t>PRUEBAS UNITARIAS Y DE INSPECCIÓN DE CÓDIGO</a:t>
            </a:r>
            <a:endParaRPr lang="es-CL" sz="4800" dirty="0"/>
          </a:p>
        </p:txBody>
      </p:sp>
      <p:sp>
        <p:nvSpPr>
          <p:cNvPr id="3" name="Subtítulo 2">
            <a:extLst>
              <a:ext uri="{FF2B5EF4-FFF2-40B4-BE49-F238E27FC236}">
                <a16:creationId xmlns:a16="http://schemas.microsoft.com/office/drawing/2014/main" id="{25689226-F134-62F0-2074-A9DA3925D1F0}"/>
              </a:ext>
            </a:extLst>
          </p:cNvPr>
          <p:cNvSpPr>
            <a:spLocks noGrp="1"/>
          </p:cNvSpPr>
          <p:nvPr>
            <p:ph type="subTitle" idx="4"/>
          </p:nvPr>
        </p:nvSpPr>
        <p:spPr>
          <a:xfrm>
            <a:off x="2866705" y="9761994"/>
            <a:ext cx="8712681" cy="369332"/>
          </a:xfrm>
        </p:spPr>
        <p:txBody>
          <a:bodyPr/>
          <a:lstStyle/>
          <a:p>
            <a:r>
              <a:rPr lang="es-CL" dirty="0"/>
              <a:t>Técnicas de Calidad de Software </a:t>
            </a:r>
            <a:r>
              <a:rPr lang="es-CL" sz="2400" dirty="0">
                <a:latin typeface="Arial"/>
                <a:cs typeface="Arial"/>
              </a:rPr>
              <a:t>- </a:t>
            </a:r>
            <a:r>
              <a:rPr lang="es-CL" dirty="0"/>
              <a:t>TCY0101</a:t>
            </a:r>
            <a:endParaRPr lang="es-CL" sz="2400" dirty="0">
              <a:latin typeface="Arial"/>
              <a:cs typeface="Arial"/>
            </a:endParaRPr>
          </a:p>
        </p:txBody>
      </p:sp>
    </p:spTree>
    <p:extLst>
      <p:ext uri="{BB962C8B-B14F-4D97-AF65-F5344CB8AC3E}">
        <p14:creationId xmlns:p14="http://schemas.microsoft.com/office/powerpoint/2010/main" val="41960791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bb86751-ad4c-49ff-a33d-b7314027950b">
      <Terms xmlns="http://schemas.microsoft.com/office/infopath/2007/PartnerControls"/>
    </lcf76f155ced4ddcb4097134ff3c332f>
    <TaxCatchAll xmlns="4215e297-5d6e-42b1-b795-55976a17412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4E9A3AE23414AD41A4F4D6368514CED2" ma:contentTypeVersion="13" ma:contentTypeDescription="Crear nuevo documento." ma:contentTypeScope="" ma:versionID="e5b9210409080ab1878d310b63a91de2">
  <xsd:schema xmlns:xsd="http://www.w3.org/2001/XMLSchema" xmlns:xs="http://www.w3.org/2001/XMLSchema" xmlns:p="http://schemas.microsoft.com/office/2006/metadata/properties" xmlns:ns2="dbb86751-ad4c-49ff-a33d-b7314027950b" xmlns:ns3="4215e297-5d6e-42b1-b795-55976a17412c" targetNamespace="http://schemas.microsoft.com/office/2006/metadata/properties" ma:root="true" ma:fieldsID="13f1ec48c0d2d83b68390b1e0be9568b" ns2:_="" ns3:_="">
    <xsd:import namespace="dbb86751-ad4c-49ff-a33d-b7314027950b"/>
    <xsd:import namespace="4215e297-5d6e-42b1-b795-55976a17412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bb86751-ad4c-49ff-a33d-b731402795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Etiquetas de imagen" ma:readOnly="false" ma:fieldId="{5cf76f15-5ced-4ddc-b409-7134ff3c332f}" ma:taxonomyMulti="true" ma:sspId="e2f773bf-f00b-42a6-8b07-050935be226b"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4215e297-5d6e-42b1-b795-55976a17412c" elementFormDefault="qualified">
    <xsd:import namespace="http://schemas.microsoft.com/office/2006/documentManagement/types"/>
    <xsd:import namespace="http://schemas.microsoft.com/office/infopath/2007/PartnerControls"/>
    <xsd:element name="SharedWithUsers" ma:index="16"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talles de uso compartido" ma:internalName="SharedWithDetails" ma:readOnly="true">
      <xsd:simpleType>
        <xsd:restriction base="dms:Note">
          <xsd:maxLength value="255"/>
        </xsd:restriction>
      </xsd:simpleType>
    </xsd:element>
    <xsd:element name="TaxCatchAll" ma:index="20" nillable="true" ma:displayName="Taxonomy Catch All Column" ma:hidden="true" ma:list="{f8d5977e-d2ec-4115-827c-1393f5edec4a}" ma:internalName="TaxCatchAll" ma:showField="CatchAllData" ma:web="4215e297-5d6e-42b1-b795-55976a1741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C43652-73DC-4C77-8E79-F06010C18C35}">
  <ds:schemaRefs>
    <ds:schemaRef ds:uri="http://schemas.microsoft.com/sharepoint/v3/contenttype/forms"/>
  </ds:schemaRefs>
</ds:datastoreItem>
</file>

<file path=customXml/itemProps2.xml><?xml version="1.0" encoding="utf-8"?>
<ds:datastoreItem xmlns:ds="http://schemas.openxmlformats.org/officeDocument/2006/customXml" ds:itemID="{FD821600-D61B-433B-B6F8-A294D9BC75DD}">
  <ds:schemaRefs>
    <ds:schemaRef ds:uri="http://schemas.microsoft.com/office/2006/metadata/properties"/>
    <ds:schemaRef ds:uri="http://schemas.microsoft.com/office/infopath/2007/PartnerControls"/>
    <ds:schemaRef ds:uri="dbb86751-ad4c-49ff-a33d-b7314027950b"/>
    <ds:schemaRef ds:uri="4215e297-5d6e-42b1-b795-55976a17412c"/>
  </ds:schemaRefs>
</ds:datastoreItem>
</file>

<file path=customXml/itemProps3.xml><?xml version="1.0" encoding="utf-8"?>
<ds:datastoreItem xmlns:ds="http://schemas.openxmlformats.org/officeDocument/2006/customXml" ds:itemID="{BBBF0A18-574F-4CFD-981D-5882D694459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bb86751-ad4c-49ff-a33d-b7314027950b"/>
    <ds:schemaRef ds:uri="4215e297-5d6e-42b1-b795-55976a1741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4006</TotalTime>
  <Words>963</Words>
  <Application>Microsoft Office PowerPoint</Application>
  <PresentationFormat>Personalizado</PresentationFormat>
  <Paragraphs>124</Paragraphs>
  <Slides>22</Slides>
  <Notes>1</Notes>
  <HiddenSlides>0</HiddenSlides>
  <MMClips>1</MMClips>
  <ScaleCrop>false</ScaleCrop>
  <HeadingPairs>
    <vt:vector size="4" baseType="variant">
      <vt:variant>
        <vt:lpstr>Tema</vt:lpstr>
      </vt:variant>
      <vt:variant>
        <vt:i4>1</vt:i4>
      </vt:variant>
      <vt:variant>
        <vt:lpstr>Títulos de diapositiva</vt:lpstr>
      </vt:variant>
      <vt:variant>
        <vt:i4>22</vt:i4>
      </vt:variant>
    </vt:vector>
  </HeadingPairs>
  <TitlesOfParts>
    <vt:vector size="23" baseType="lpstr">
      <vt:lpstr>Office Theme</vt:lpstr>
      <vt:lpstr>PRUEBAS UNITARIAS Y DE INSPECCIÓN DE CÓDIGO</vt:lpstr>
      <vt:lpstr>Presentación de PowerPoint</vt:lpstr>
      <vt:lpstr>Presentación de PowerPoint</vt:lpstr>
      <vt:lpstr>Presentación de PowerPoint</vt:lpstr>
      <vt:lpstr>SUITE SELENIUM</vt:lpstr>
      <vt:lpstr>Presentación de PowerPoint</vt:lpstr>
      <vt:lpstr>PRUEBAS DE INSPECCIÓN DE CÓDIGO</vt:lpstr>
      <vt:lpstr>INTRODUCCIÓN A LAS PRUEBAS DE CÓDIGO</vt:lpstr>
      <vt:lpstr>INTRODUCCIÓN A LAS PRUEBAS DE CÓDIGO</vt:lpstr>
      <vt:lpstr>INTRODUCCIÓN A LAS PRUEBAS DE CÓDIGO</vt:lpstr>
      <vt:lpstr>INTRODUCCIÓN A LAS PRUEBAS DE CÓDIGO</vt:lpstr>
      <vt:lpstr>INTRODUCCIÓN A LAS PRUEBAS DE CÓDIGO</vt:lpstr>
      <vt:lpstr>Presentación de PowerPoint</vt:lpstr>
      <vt:lpstr>PRUEBAS UNITARIAS</vt:lpstr>
      <vt:lpstr>PRUEBAS UNITARIAS</vt:lpstr>
      <vt:lpstr>PRUEBAS UNITARIAS</vt:lpstr>
      <vt:lpstr>PRUEBAS UNITARIAS</vt:lpstr>
      <vt:lpstr>ACTIVIDAD</vt:lpstr>
      <vt:lpstr>Presentación de PowerPoint</vt:lpstr>
      <vt:lpstr>CONCLUSIONES</vt:lpstr>
      <vt:lpstr>CONCLUSIONES</vt:lpstr>
      <vt:lpstr>PRUEBAS UNITARIAS Y DE INSPECCIÓN DE CÓDIGO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dc:title>
  <dc:creator>Daniela Taito R.</dc:creator>
  <cp:lastModifiedBy>Daniel Enrique Riquelme Rigot</cp:lastModifiedBy>
  <cp:revision>443</cp:revision>
  <dcterms:created xsi:type="dcterms:W3CDTF">2022-07-20T19:15:37Z</dcterms:created>
  <dcterms:modified xsi:type="dcterms:W3CDTF">2024-01-15T15:51:36Z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2022-07-20T00:00:00Z</vt:filetime>
  </property>
  <property fmtid="{D5CDD505-2E9C-101B-9397-08002B2CF9AE}" pid="3" name="Creator">
    <vt:lpwstr>Adobe Illustrator 26.3 (Macintosh)</vt:lpwstr>
  </property>
  <property fmtid="{D5CDD505-2E9C-101B-9397-08002B2CF9AE}" pid="4" name="CreatorVersion">
    <vt:lpwstr>21.0.0</vt:lpwstr>
  </property>
  <property fmtid="{D5CDD505-2E9C-101B-9397-08002B2CF9AE}" pid="5" name="LastSaved">
    <vt:filetime>2022-07-20T00:00:00Z</vt:filetime>
  </property>
  <property fmtid="{D5CDD505-2E9C-101B-9397-08002B2CF9AE}" pid="6" name="Producer">
    <vt:lpwstr>Adobe PDF library 15.00</vt:lpwstr>
  </property>
  <property fmtid="{D5CDD505-2E9C-101B-9397-08002B2CF9AE}" pid="7" name="ContentTypeId">
    <vt:lpwstr>0x0101004E9A3AE23414AD41A4F4D6368514CED2</vt:lpwstr>
  </property>
</Properties>
</file>